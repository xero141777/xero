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2" r:id="rId4"/>
    <p:sldId id="284" r:id="rId5"/>
    <p:sldId id="285" r:id="rId6"/>
    <p:sldId id="286" r:id="rId7"/>
    <p:sldId id="287" r:id="rId8"/>
    <p:sldId id="288" r:id="rId9"/>
    <p:sldId id="289" r:id="rId10"/>
    <p:sldId id="290" r:id="rId11"/>
    <p:sldId id="257" r:id="rId12"/>
    <p:sldId id="258" r:id="rId13"/>
    <p:sldId id="261" r:id="rId14"/>
    <p:sldId id="259" r:id="rId15"/>
    <p:sldId id="263" r:id="rId16"/>
    <p:sldId id="265" r:id="rId17"/>
    <p:sldId id="264" r:id="rId18"/>
    <p:sldId id="266" r:id="rId19"/>
    <p:sldId id="267" r:id="rId20"/>
    <p:sldId id="268" r:id="rId21"/>
    <p:sldId id="269" r:id="rId22"/>
    <p:sldId id="270" r:id="rId23"/>
    <p:sldId id="271" r:id="rId24"/>
    <p:sldId id="274" r:id="rId25"/>
    <p:sldId id="272" r:id="rId26"/>
    <p:sldId id="275" r:id="rId27"/>
    <p:sldId id="276" r:id="rId28"/>
    <p:sldId id="277" r:id="rId29"/>
    <p:sldId id="278" r:id="rId30"/>
    <p:sldId id="279" r:id="rId31"/>
    <p:sldId id="280" r:id="rId32"/>
    <p:sldId id="282" r:id="rId33"/>
    <p:sldId id="281" r:id="rId34"/>
    <p:sldId id="28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73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89" d="100"/>
          <a:sy n="89" d="100"/>
        </p:scale>
        <p:origin x="298"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lorelyn penaojas" userId="e2c074d058b92a2b" providerId="LiveId" clId="{5658667D-439E-40A8-9500-E8EE52E03E05}"/>
    <pc:docChg chg="undo custSel addSld delSld modSld sldOrd">
      <pc:chgData name="florelyn penaojas" userId="e2c074d058b92a2b" providerId="LiveId" clId="{5658667D-439E-40A8-9500-E8EE52E03E05}" dt="2026-10-25T15:59:09.084" v="5168" actId="688"/>
      <pc:docMkLst>
        <pc:docMk/>
      </pc:docMkLst>
      <pc:sldChg chg="modTransition">
        <pc:chgData name="florelyn penaojas" userId="e2c074d058b92a2b" providerId="LiveId" clId="{5658667D-439E-40A8-9500-E8EE52E03E05}" dt="2026-10-24T08:27:40.480" v="1749"/>
        <pc:sldMkLst>
          <pc:docMk/>
          <pc:sldMk cId="3703067551" sldId="258"/>
        </pc:sldMkLst>
      </pc:sldChg>
      <pc:sldChg chg="modSp mod">
        <pc:chgData name="florelyn penaojas" userId="e2c074d058b92a2b" providerId="LiveId" clId="{5658667D-439E-40A8-9500-E8EE52E03E05}" dt="2026-10-24T08:17:01.914" v="1639" actId="20577"/>
        <pc:sldMkLst>
          <pc:docMk/>
          <pc:sldMk cId="931951074" sldId="259"/>
        </pc:sldMkLst>
        <pc:spChg chg="mod">
          <ac:chgData name="florelyn penaojas" userId="e2c074d058b92a2b" providerId="LiveId" clId="{5658667D-439E-40A8-9500-E8EE52E03E05}" dt="2026-10-24T08:14:29.789" v="1224" actId="1076"/>
          <ac:spMkLst>
            <pc:docMk/>
            <pc:sldMk cId="931951074" sldId="259"/>
            <ac:spMk id="2" creationId="{04C4E3DE-FD1A-A7E7-57BA-1B188C115C29}"/>
          </ac:spMkLst>
        </pc:spChg>
        <pc:spChg chg="mod">
          <ac:chgData name="florelyn penaojas" userId="e2c074d058b92a2b" providerId="LiveId" clId="{5658667D-439E-40A8-9500-E8EE52E03E05}" dt="2026-10-24T08:17:01.914" v="1639" actId="20577"/>
          <ac:spMkLst>
            <pc:docMk/>
            <pc:sldMk cId="931951074" sldId="259"/>
            <ac:spMk id="3" creationId="{CDFD5F70-50A5-A2C4-6BC8-2D3521438601}"/>
          </ac:spMkLst>
        </pc:spChg>
      </pc:sldChg>
      <pc:sldChg chg="modSp mod">
        <pc:chgData name="florelyn penaojas" userId="e2c074d058b92a2b" providerId="LiveId" clId="{5658667D-439E-40A8-9500-E8EE52E03E05}" dt="2026-10-25T15:50:49.919" v="5050" actId="20577"/>
        <pc:sldMkLst>
          <pc:docMk/>
          <pc:sldMk cId="605070949" sldId="262"/>
        </pc:sldMkLst>
        <pc:spChg chg="mod">
          <ac:chgData name="florelyn penaojas" userId="e2c074d058b92a2b" providerId="LiveId" clId="{5658667D-439E-40A8-9500-E8EE52E03E05}" dt="2026-10-25T15:50:49.919" v="5050" actId="20577"/>
          <ac:spMkLst>
            <pc:docMk/>
            <pc:sldMk cId="605070949" sldId="262"/>
            <ac:spMk id="2" creationId="{F68FAED8-383F-77D3-1D42-59A82B9D9E8A}"/>
          </ac:spMkLst>
        </pc:spChg>
      </pc:sldChg>
      <pc:sldChg chg="addSp delSp modSp new mod modTransition setBg">
        <pc:chgData name="florelyn penaojas" userId="e2c074d058b92a2b" providerId="LiveId" clId="{5658667D-439E-40A8-9500-E8EE52E03E05}" dt="2026-10-24T08:24:46.980" v="1726"/>
        <pc:sldMkLst>
          <pc:docMk/>
          <pc:sldMk cId="1121026442" sldId="263"/>
        </pc:sldMkLst>
        <pc:spChg chg="mod">
          <ac:chgData name="florelyn penaojas" userId="e2c074d058b92a2b" providerId="LiveId" clId="{5658667D-439E-40A8-9500-E8EE52E03E05}" dt="2026-10-24T08:12:09.962" v="1205" actId="20577"/>
          <ac:spMkLst>
            <pc:docMk/>
            <pc:sldMk cId="1121026442" sldId="263"/>
            <ac:spMk id="2" creationId="{76913065-69AD-0DEF-9620-707D5D1ADE29}"/>
          </ac:spMkLst>
        </pc:spChg>
        <pc:spChg chg="mod">
          <ac:chgData name="florelyn penaojas" userId="e2c074d058b92a2b" providerId="LiveId" clId="{5658667D-439E-40A8-9500-E8EE52E03E05}" dt="2026-10-24T07:51:29.789" v="139" actId="14100"/>
          <ac:spMkLst>
            <pc:docMk/>
            <pc:sldMk cId="1121026442" sldId="263"/>
            <ac:spMk id="3" creationId="{B9402F7C-9C56-85B1-C092-04A02460C838}"/>
          </ac:spMkLst>
        </pc:spChg>
        <pc:spChg chg="add del mod">
          <ac:chgData name="florelyn penaojas" userId="e2c074d058b92a2b" providerId="LiveId" clId="{5658667D-439E-40A8-9500-E8EE52E03E05}" dt="2026-10-24T07:52:54.014" v="238"/>
          <ac:spMkLst>
            <pc:docMk/>
            <pc:sldMk cId="1121026442" sldId="263"/>
            <ac:spMk id="4" creationId="{66C88085-9985-2FD0-CF1F-2172FF8C031C}"/>
          </ac:spMkLst>
        </pc:spChg>
      </pc:sldChg>
      <pc:sldChg chg="addSp modSp add mod modTransition setBg">
        <pc:chgData name="florelyn penaojas" userId="e2c074d058b92a2b" providerId="LiveId" clId="{5658667D-439E-40A8-9500-E8EE52E03E05}" dt="2026-10-24T08:26:53.494" v="1743"/>
        <pc:sldMkLst>
          <pc:docMk/>
          <pc:sldMk cId="2541914779" sldId="264"/>
        </pc:sldMkLst>
        <pc:spChg chg="mod">
          <ac:chgData name="florelyn penaojas" userId="e2c074d058b92a2b" providerId="LiveId" clId="{5658667D-439E-40A8-9500-E8EE52E03E05}" dt="2026-10-24T08:02:10.954" v="516" actId="122"/>
          <ac:spMkLst>
            <pc:docMk/>
            <pc:sldMk cId="2541914779" sldId="264"/>
            <ac:spMk id="2" creationId="{353803C6-3FD9-F412-C447-7A4C87333600}"/>
          </ac:spMkLst>
        </pc:spChg>
        <pc:spChg chg="mod">
          <ac:chgData name="florelyn penaojas" userId="e2c074d058b92a2b" providerId="LiveId" clId="{5658667D-439E-40A8-9500-E8EE52E03E05}" dt="2026-10-24T08:05:45.389" v="531" actId="27636"/>
          <ac:spMkLst>
            <pc:docMk/>
            <pc:sldMk cId="2541914779" sldId="264"/>
            <ac:spMk id="3" creationId="{C7E755EF-AD89-E7C0-3AA4-203686811292}"/>
          </ac:spMkLst>
        </pc:spChg>
        <pc:spChg chg="add mod ord">
          <ac:chgData name="florelyn penaojas" userId="e2c074d058b92a2b" providerId="LiveId" clId="{5658667D-439E-40A8-9500-E8EE52E03E05}" dt="2026-10-24T08:07:04.499" v="536" actId="207"/>
          <ac:spMkLst>
            <pc:docMk/>
            <pc:sldMk cId="2541914779" sldId="264"/>
            <ac:spMk id="12" creationId="{6E470642-1629-B942-44B1-D585144F32E4}"/>
          </ac:spMkLst>
        </pc:spChg>
        <pc:picChg chg="add mod">
          <ac:chgData name="florelyn penaojas" userId="e2c074d058b92a2b" providerId="LiveId" clId="{5658667D-439E-40A8-9500-E8EE52E03E05}" dt="2026-10-24T08:02:49.199" v="518" actId="1076"/>
          <ac:picMkLst>
            <pc:docMk/>
            <pc:sldMk cId="2541914779" sldId="264"/>
            <ac:picMk id="5" creationId="{A531C790-6BC2-E08C-DBCC-AC3BC18062F5}"/>
          </ac:picMkLst>
        </pc:picChg>
        <pc:picChg chg="add mod">
          <ac:chgData name="florelyn penaojas" userId="e2c074d058b92a2b" providerId="LiveId" clId="{5658667D-439E-40A8-9500-E8EE52E03E05}" dt="2026-10-24T08:03:48.380" v="522" actId="1076"/>
          <ac:picMkLst>
            <pc:docMk/>
            <pc:sldMk cId="2541914779" sldId="264"/>
            <ac:picMk id="7" creationId="{47204621-8078-A5BC-3DC2-B17A537C42F2}"/>
          </ac:picMkLst>
        </pc:picChg>
        <pc:picChg chg="add mod">
          <ac:chgData name="florelyn penaojas" userId="e2c074d058b92a2b" providerId="LiveId" clId="{5658667D-439E-40A8-9500-E8EE52E03E05}" dt="2026-10-24T08:04:18.250" v="525" actId="1076"/>
          <ac:picMkLst>
            <pc:docMk/>
            <pc:sldMk cId="2541914779" sldId="264"/>
            <ac:picMk id="9" creationId="{488E0815-EA16-8D69-1AE0-39ACE21C9829}"/>
          </ac:picMkLst>
        </pc:picChg>
        <pc:picChg chg="add mod">
          <ac:chgData name="florelyn penaojas" userId="e2c074d058b92a2b" providerId="LiveId" clId="{5658667D-439E-40A8-9500-E8EE52E03E05}" dt="2026-10-24T08:04:34.801" v="527" actId="1076"/>
          <ac:picMkLst>
            <pc:docMk/>
            <pc:sldMk cId="2541914779" sldId="264"/>
            <ac:picMk id="11" creationId="{B12C9DC8-9EAE-CF10-9EE7-2D50E94DC7BA}"/>
          </ac:picMkLst>
        </pc:picChg>
      </pc:sldChg>
      <pc:sldChg chg="modSp add mod modTransition">
        <pc:chgData name="florelyn penaojas" userId="e2c074d058b92a2b" providerId="LiveId" clId="{5658667D-439E-40A8-9500-E8EE52E03E05}" dt="2026-10-24T08:26:07.334" v="1738"/>
        <pc:sldMkLst>
          <pc:docMk/>
          <pc:sldMk cId="1664952177" sldId="265"/>
        </pc:sldMkLst>
        <pc:spChg chg="mod">
          <ac:chgData name="florelyn penaojas" userId="e2c074d058b92a2b" providerId="LiveId" clId="{5658667D-439E-40A8-9500-E8EE52E03E05}" dt="2026-10-24T08:12:15.265" v="1206" actId="20577"/>
          <ac:spMkLst>
            <pc:docMk/>
            <pc:sldMk cId="1664952177" sldId="265"/>
            <ac:spMk id="2" creationId="{160DE88A-9948-3F10-64C9-2D690999DDDD}"/>
          </ac:spMkLst>
        </pc:spChg>
      </pc:sldChg>
      <pc:sldChg chg="add del setBg">
        <pc:chgData name="florelyn penaojas" userId="e2c074d058b92a2b" providerId="LiveId" clId="{5658667D-439E-40A8-9500-E8EE52E03E05}" dt="2026-10-24T07:56:11.672" v="299" actId="2696"/>
        <pc:sldMkLst>
          <pc:docMk/>
          <pc:sldMk cId="2081859454" sldId="266"/>
        </pc:sldMkLst>
      </pc:sldChg>
      <pc:sldChg chg="addSp delSp modSp new mod modTransition setBg">
        <pc:chgData name="florelyn penaojas" userId="e2c074d058b92a2b" providerId="LiveId" clId="{5658667D-439E-40A8-9500-E8EE52E03E05}" dt="2026-10-24T08:35:37.897" v="1799" actId="1076"/>
        <pc:sldMkLst>
          <pc:docMk/>
          <pc:sldMk cId="3728052023" sldId="266"/>
        </pc:sldMkLst>
        <pc:spChg chg="mod">
          <ac:chgData name="florelyn penaojas" userId="e2c074d058b92a2b" providerId="LiveId" clId="{5658667D-439E-40A8-9500-E8EE52E03E05}" dt="2026-10-24T08:31:15.844" v="1764" actId="27636"/>
          <ac:spMkLst>
            <pc:docMk/>
            <pc:sldMk cId="3728052023" sldId="266"/>
            <ac:spMk id="2" creationId="{0AC6B7E0-1AD3-B185-C1D8-2AFF6AE86B37}"/>
          </ac:spMkLst>
        </pc:spChg>
        <pc:spChg chg="add del mod">
          <ac:chgData name="florelyn penaojas" userId="e2c074d058b92a2b" providerId="LiveId" clId="{5658667D-439E-40A8-9500-E8EE52E03E05}" dt="2026-10-24T08:18:31.883" v="1647"/>
          <ac:spMkLst>
            <pc:docMk/>
            <pc:sldMk cId="3728052023" sldId="266"/>
            <ac:spMk id="3" creationId="{8D06B7AF-2721-80ED-10D1-5682B24A8667}"/>
          </ac:spMkLst>
        </pc:spChg>
        <pc:spChg chg="add mod">
          <ac:chgData name="florelyn penaojas" userId="e2c074d058b92a2b" providerId="LiveId" clId="{5658667D-439E-40A8-9500-E8EE52E03E05}" dt="2026-10-24T08:19:56.888" v="1681" actId="1076"/>
          <ac:spMkLst>
            <pc:docMk/>
            <pc:sldMk cId="3728052023" sldId="266"/>
            <ac:spMk id="4" creationId="{12515C47-04DA-5564-5E97-25BEFA0108AA}"/>
          </ac:spMkLst>
        </pc:spChg>
        <pc:spChg chg="add mod">
          <ac:chgData name="florelyn penaojas" userId="e2c074d058b92a2b" providerId="LiveId" clId="{5658667D-439E-40A8-9500-E8EE52E03E05}" dt="2026-10-24T08:18:13.269" v="1642"/>
          <ac:spMkLst>
            <pc:docMk/>
            <pc:sldMk cId="3728052023" sldId="266"/>
            <ac:spMk id="5" creationId="{C3D80AC8-8D11-AAAE-DE40-AB24349D3A81}"/>
          </ac:spMkLst>
        </pc:spChg>
        <pc:spChg chg="add mod">
          <ac:chgData name="florelyn penaojas" userId="e2c074d058b92a2b" providerId="LiveId" clId="{5658667D-439E-40A8-9500-E8EE52E03E05}" dt="2026-10-24T08:18:27.020" v="1645"/>
          <ac:spMkLst>
            <pc:docMk/>
            <pc:sldMk cId="3728052023" sldId="266"/>
            <ac:spMk id="6" creationId="{87B1A859-01C4-7E26-D22A-44E875D5C10E}"/>
          </ac:spMkLst>
        </pc:spChg>
        <pc:spChg chg="add mod">
          <ac:chgData name="florelyn penaojas" userId="e2c074d058b92a2b" providerId="LiveId" clId="{5658667D-439E-40A8-9500-E8EE52E03E05}" dt="2026-10-24T08:32:52.683" v="1773" actId="5793"/>
          <ac:spMkLst>
            <pc:docMk/>
            <pc:sldMk cId="3728052023" sldId="266"/>
            <ac:spMk id="7" creationId="{429A5AC7-7899-8D40-44B7-985D9C4D7DF0}"/>
          </ac:spMkLst>
        </pc:spChg>
        <pc:spChg chg="add mod ord">
          <ac:chgData name="florelyn penaojas" userId="e2c074d058b92a2b" providerId="LiveId" clId="{5658667D-439E-40A8-9500-E8EE52E03E05}" dt="2026-10-24T08:20:25.770" v="1684" actId="207"/>
          <ac:spMkLst>
            <pc:docMk/>
            <pc:sldMk cId="3728052023" sldId="266"/>
            <ac:spMk id="8" creationId="{B0459D07-7B39-CAA8-D86A-5E22F05B2E5F}"/>
          </ac:spMkLst>
        </pc:spChg>
        <pc:spChg chg="add del mod">
          <ac:chgData name="florelyn penaojas" userId="e2c074d058b92a2b" providerId="LiveId" clId="{5658667D-439E-40A8-9500-E8EE52E03E05}" dt="2026-10-24T08:20:50.742" v="1689"/>
          <ac:spMkLst>
            <pc:docMk/>
            <pc:sldMk cId="3728052023" sldId="266"/>
            <ac:spMk id="9" creationId="{14700356-CD43-547E-EACA-55E054552B82}"/>
          </ac:spMkLst>
        </pc:spChg>
        <pc:spChg chg="add del">
          <ac:chgData name="florelyn penaojas" userId="e2c074d058b92a2b" providerId="LiveId" clId="{5658667D-439E-40A8-9500-E8EE52E03E05}" dt="2026-10-24T08:20:50.733" v="1687" actId="21"/>
          <ac:spMkLst>
            <pc:docMk/>
            <pc:sldMk cId="3728052023" sldId="266"/>
            <ac:spMk id="10" creationId="{4ECD981F-CF57-E2DA-9053-86A9C71D18E4}"/>
          </ac:spMkLst>
        </pc:spChg>
        <pc:spChg chg="add del mod ord">
          <ac:chgData name="florelyn penaojas" userId="e2c074d058b92a2b" providerId="LiveId" clId="{5658667D-439E-40A8-9500-E8EE52E03E05}" dt="2026-10-24T08:21:45.294" v="1705" actId="11529"/>
          <ac:spMkLst>
            <pc:docMk/>
            <pc:sldMk cId="3728052023" sldId="266"/>
            <ac:spMk id="11" creationId="{4F61E6BF-4EAE-8B0E-2B81-D84E88F80EAF}"/>
          </ac:spMkLst>
        </pc:spChg>
        <pc:spChg chg="add mod ord">
          <ac:chgData name="florelyn penaojas" userId="e2c074d058b92a2b" providerId="LiveId" clId="{5658667D-439E-40A8-9500-E8EE52E03E05}" dt="2026-10-24T08:35:33.499" v="1798" actId="1076"/>
          <ac:spMkLst>
            <pc:docMk/>
            <pc:sldMk cId="3728052023" sldId="266"/>
            <ac:spMk id="12" creationId="{69A70CD3-F76D-7775-1441-B3F4D8F20976}"/>
          </ac:spMkLst>
        </pc:spChg>
        <pc:picChg chg="add mod">
          <ac:chgData name="florelyn penaojas" userId="e2c074d058b92a2b" providerId="LiveId" clId="{5658667D-439E-40A8-9500-E8EE52E03E05}" dt="2026-10-24T08:35:37.897" v="1799" actId="1076"/>
          <ac:picMkLst>
            <pc:docMk/>
            <pc:sldMk cId="3728052023" sldId="266"/>
            <ac:picMk id="14" creationId="{F29BFC7D-4D64-4793-691C-C6C2CFC39AB3}"/>
          </ac:picMkLst>
        </pc:picChg>
      </pc:sldChg>
      <pc:sldChg chg="addSp delSp modSp add mod">
        <pc:chgData name="florelyn penaojas" userId="e2c074d058b92a2b" providerId="LiveId" clId="{5658667D-439E-40A8-9500-E8EE52E03E05}" dt="2026-10-24T08:36:26.590" v="1806" actId="1076"/>
        <pc:sldMkLst>
          <pc:docMk/>
          <pc:sldMk cId="1804633603" sldId="267"/>
        </pc:sldMkLst>
        <pc:spChg chg="mod">
          <ac:chgData name="florelyn penaojas" userId="e2c074d058b92a2b" providerId="LiveId" clId="{5658667D-439E-40A8-9500-E8EE52E03E05}" dt="2026-10-24T08:31:37.671" v="1767" actId="1076"/>
          <ac:spMkLst>
            <pc:docMk/>
            <pc:sldMk cId="1804633603" sldId="267"/>
            <ac:spMk id="2" creationId="{866B74E0-FF39-7CB2-A314-667D62B55F8E}"/>
          </ac:spMkLst>
        </pc:spChg>
        <pc:spChg chg="mod">
          <ac:chgData name="florelyn penaojas" userId="e2c074d058b92a2b" providerId="LiveId" clId="{5658667D-439E-40A8-9500-E8EE52E03E05}" dt="2026-10-24T08:31:59.516" v="1768" actId="1076"/>
          <ac:spMkLst>
            <pc:docMk/>
            <pc:sldMk cId="1804633603" sldId="267"/>
            <ac:spMk id="4" creationId="{2090DC69-EA54-E22D-80BC-83FFCB8886BD}"/>
          </ac:spMkLst>
        </pc:spChg>
        <pc:spChg chg="mod">
          <ac:chgData name="florelyn penaojas" userId="e2c074d058b92a2b" providerId="LiveId" clId="{5658667D-439E-40A8-9500-E8EE52E03E05}" dt="2026-10-24T08:33:21.293" v="1778" actId="1076"/>
          <ac:spMkLst>
            <pc:docMk/>
            <pc:sldMk cId="1804633603" sldId="267"/>
            <ac:spMk id="7" creationId="{0AF69FF0-4199-3DDF-94DE-0223DCFEA0E9}"/>
          </ac:spMkLst>
        </pc:spChg>
        <pc:spChg chg="mod">
          <ac:chgData name="florelyn penaojas" userId="e2c074d058b92a2b" providerId="LiveId" clId="{5658667D-439E-40A8-9500-E8EE52E03E05}" dt="2026-10-24T08:31:59.516" v="1768" actId="1076"/>
          <ac:spMkLst>
            <pc:docMk/>
            <pc:sldMk cId="1804633603" sldId="267"/>
            <ac:spMk id="8" creationId="{8CD6E85E-A1DF-4186-2E8D-FD9DDAA6BAC7}"/>
          </ac:spMkLst>
        </pc:spChg>
        <pc:spChg chg="mod">
          <ac:chgData name="florelyn penaojas" userId="e2c074d058b92a2b" providerId="LiveId" clId="{5658667D-439E-40A8-9500-E8EE52E03E05}" dt="2026-10-24T08:33:21.293" v="1778" actId="1076"/>
          <ac:spMkLst>
            <pc:docMk/>
            <pc:sldMk cId="1804633603" sldId="267"/>
            <ac:spMk id="12" creationId="{55881D68-CA66-66B3-96BF-8F70F0C98FC1}"/>
          </ac:spMkLst>
        </pc:spChg>
        <pc:picChg chg="add del mod">
          <ac:chgData name="florelyn penaojas" userId="e2c074d058b92a2b" providerId="LiveId" clId="{5658667D-439E-40A8-9500-E8EE52E03E05}" dt="2026-10-24T08:35:44.294" v="1800" actId="21"/>
          <ac:picMkLst>
            <pc:docMk/>
            <pc:sldMk cId="1804633603" sldId="267"/>
            <ac:picMk id="5" creationId="{3FEF0552-EADB-A7DA-898D-98CDB6E31909}"/>
          </ac:picMkLst>
        </pc:picChg>
        <pc:picChg chg="add mod">
          <ac:chgData name="florelyn penaojas" userId="e2c074d058b92a2b" providerId="LiveId" clId="{5658667D-439E-40A8-9500-E8EE52E03E05}" dt="2026-10-24T08:36:26.590" v="1806" actId="1076"/>
          <ac:picMkLst>
            <pc:docMk/>
            <pc:sldMk cId="1804633603" sldId="267"/>
            <ac:picMk id="9" creationId="{042A0C26-7BC3-1BE7-AF43-13E057359202}"/>
          </ac:picMkLst>
        </pc:picChg>
      </pc:sldChg>
      <pc:sldChg chg="addSp delSp modSp add mod">
        <pc:chgData name="florelyn penaojas" userId="e2c074d058b92a2b" providerId="LiveId" clId="{5658667D-439E-40A8-9500-E8EE52E03E05}" dt="2026-10-24T08:37:03.561" v="1810" actId="1076"/>
        <pc:sldMkLst>
          <pc:docMk/>
          <pc:sldMk cId="3951990714" sldId="268"/>
        </pc:sldMkLst>
        <pc:spChg chg="del mod">
          <ac:chgData name="florelyn penaojas" userId="e2c074d058b92a2b" providerId="LiveId" clId="{5658667D-439E-40A8-9500-E8EE52E03E05}" dt="2026-10-24T08:34:05.966" v="1783" actId="478"/>
          <ac:spMkLst>
            <pc:docMk/>
            <pc:sldMk cId="3951990714" sldId="268"/>
            <ac:spMk id="4" creationId="{B8E7B7D1-6F65-DF2F-E421-5AD201FC321C}"/>
          </ac:spMkLst>
        </pc:spChg>
        <pc:spChg chg="mod">
          <ac:chgData name="florelyn penaojas" userId="e2c074d058b92a2b" providerId="LiveId" clId="{5658667D-439E-40A8-9500-E8EE52E03E05}" dt="2026-10-24T08:35:03.622" v="1793" actId="5793"/>
          <ac:spMkLst>
            <pc:docMk/>
            <pc:sldMk cId="3951990714" sldId="268"/>
            <ac:spMk id="7" creationId="{C3F701FA-4BB4-A817-CB58-0E83CF1DEEF8}"/>
          </ac:spMkLst>
        </pc:spChg>
        <pc:spChg chg="del">
          <ac:chgData name="florelyn penaojas" userId="e2c074d058b92a2b" providerId="LiveId" clId="{5658667D-439E-40A8-9500-E8EE52E03E05}" dt="2026-10-24T08:34:05.966" v="1783" actId="478"/>
          <ac:spMkLst>
            <pc:docMk/>
            <pc:sldMk cId="3951990714" sldId="268"/>
            <ac:spMk id="8" creationId="{75FF7768-97ED-D387-BCE2-842EA0AEBC0B}"/>
          </ac:spMkLst>
        </pc:spChg>
        <pc:picChg chg="add mod">
          <ac:chgData name="florelyn penaojas" userId="e2c074d058b92a2b" providerId="LiveId" clId="{5658667D-439E-40A8-9500-E8EE52E03E05}" dt="2026-10-24T08:37:03.561" v="1810" actId="1076"/>
          <ac:picMkLst>
            <pc:docMk/>
            <pc:sldMk cId="3951990714" sldId="268"/>
            <ac:picMk id="5" creationId="{BCD620FF-E1BF-B894-525D-A0E7C32347E8}"/>
          </ac:picMkLst>
        </pc:picChg>
      </pc:sldChg>
      <pc:sldChg chg="addSp delSp modSp add mod">
        <pc:chgData name="florelyn penaojas" userId="e2c074d058b92a2b" providerId="LiveId" clId="{5658667D-439E-40A8-9500-E8EE52E03E05}" dt="2026-10-24T08:38:57.041" v="1823" actId="1076"/>
        <pc:sldMkLst>
          <pc:docMk/>
          <pc:sldMk cId="2870599619" sldId="269"/>
        </pc:sldMkLst>
        <pc:spChg chg="del">
          <ac:chgData name="florelyn penaojas" userId="e2c074d058b92a2b" providerId="LiveId" clId="{5658667D-439E-40A8-9500-E8EE52E03E05}" dt="2026-10-24T08:34:10.905" v="1784" actId="478"/>
          <ac:spMkLst>
            <pc:docMk/>
            <pc:sldMk cId="2870599619" sldId="269"/>
            <ac:spMk id="4" creationId="{B0531826-0AA8-2981-92C8-533E732D06C0}"/>
          </ac:spMkLst>
        </pc:spChg>
        <pc:spChg chg="mod">
          <ac:chgData name="florelyn penaojas" userId="e2c074d058b92a2b" providerId="LiveId" clId="{5658667D-439E-40A8-9500-E8EE52E03E05}" dt="2026-10-24T08:37:26.903" v="1816" actId="5793"/>
          <ac:spMkLst>
            <pc:docMk/>
            <pc:sldMk cId="2870599619" sldId="269"/>
            <ac:spMk id="7" creationId="{EF391ABE-B5B5-BC78-399F-39740DD719CA}"/>
          </ac:spMkLst>
        </pc:spChg>
        <pc:spChg chg="del">
          <ac:chgData name="florelyn penaojas" userId="e2c074d058b92a2b" providerId="LiveId" clId="{5658667D-439E-40A8-9500-E8EE52E03E05}" dt="2026-10-24T08:34:10.905" v="1784" actId="478"/>
          <ac:spMkLst>
            <pc:docMk/>
            <pc:sldMk cId="2870599619" sldId="269"/>
            <ac:spMk id="8" creationId="{D9586CC9-642A-7D16-CE80-90BE4B24D8D3}"/>
          </ac:spMkLst>
        </pc:spChg>
        <pc:spChg chg="mod">
          <ac:chgData name="florelyn penaojas" userId="e2c074d058b92a2b" providerId="LiveId" clId="{5658667D-439E-40A8-9500-E8EE52E03E05}" dt="2026-10-24T08:38:54.505" v="1822" actId="1076"/>
          <ac:spMkLst>
            <pc:docMk/>
            <pc:sldMk cId="2870599619" sldId="269"/>
            <ac:spMk id="12" creationId="{BFDCFEBF-E15D-C368-6EAA-554D5A4C6129}"/>
          </ac:spMkLst>
        </pc:spChg>
        <pc:picChg chg="add mod">
          <ac:chgData name="florelyn penaojas" userId="e2c074d058b92a2b" providerId="LiveId" clId="{5658667D-439E-40A8-9500-E8EE52E03E05}" dt="2026-10-24T08:38:57.041" v="1823" actId="1076"/>
          <ac:picMkLst>
            <pc:docMk/>
            <pc:sldMk cId="2870599619" sldId="269"/>
            <ac:picMk id="5" creationId="{D823F40B-08B9-300C-5C40-EBCB6BD69B17}"/>
          </ac:picMkLst>
        </pc:picChg>
      </pc:sldChg>
      <pc:sldChg chg="addSp delSp modSp add mod">
        <pc:chgData name="florelyn penaojas" userId="e2c074d058b92a2b" providerId="LiveId" clId="{5658667D-439E-40A8-9500-E8EE52E03E05}" dt="2026-10-24T08:39:54.309" v="1833" actId="1076"/>
        <pc:sldMkLst>
          <pc:docMk/>
          <pc:sldMk cId="2721786655" sldId="270"/>
        </pc:sldMkLst>
        <pc:spChg chg="del">
          <ac:chgData name="florelyn penaojas" userId="e2c074d058b92a2b" providerId="LiveId" clId="{5658667D-439E-40A8-9500-E8EE52E03E05}" dt="2026-10-24T08:34:13.608" v="1785" actId="478"/>
          <ac:spMkLst>
            <pc:docMk/>
            <pc:sldMk cId="2721786655" sldId="270"/>
            <ac:spMk id="4" creationId="{E9002BC5-3DDB-01C2-74C8-FFB7FD31482B}"/>
          </ac:spMkLst>
        </pc:spChg>
        <pc:spChg chg="mod">
          <ac:chgData name="florelyn penaojas" userId="e2c074d058b92a2b" providerId="LiveId" clId="{5658667D-439E-40A8-9500-E8EE52E03E05}" dt="2026-10-24T08:39:19.419" v="1827" actId="5793"/>
          <ac:spMkLst>
            <pc:docMk/>
            <pc:sldMk cId="2721786655" sldId="270"/>
            <ac:spMk id="7" creationId="{C7BFF87D-D6AE-9627-7A79-A8C1526DAAB4}"/>
          </ac:spMkLst>
        </pc:spChg>
        <pc:spChg chg="del">
          <ac:chgData name="florelyn penaojas" userId="e2c074d058b92a2b" providerId="LiveId" clId="{5658667D-439E-40A8-9500-E8EE52E03E05}" dt="2026-10-24T08:34:13.608" v="1785" actId="478"/>
          <ac:spMkLst>
            <pc:docMk/>
            <pc:sldMk cId="2721786655" sldId="270"/>
            <ac:spMk id="8" creationId="{79F95C14-76E7-F707-A38F-34EAA74A7F68}"/>
          </ac:spMkLst>
        </pc:spChg>
        <pc:spChg chg="mod">
          <ac:chgData name="florelyn penaojas" userId="e2c074d058b92a2b" providerId="LiveId" clId="{5658667D-439E-40A8-9500-E8EE52E03E05}" dt="2026-10-24T08:39:52.078" v="1832" actId="1076"/>
          <ac:spMkLst>
            <pc:docMk/>
            <pc:sldMk cId="2721786655" sldId="270"/>
            <ac:spMk id="12" creationId="{6AF0FB16-54F0-55C2-61E3-8622F9530C30}"/>
          </ac:spMkLst>
        </pc:spChg>
        <pc:picChg chg="add mod">
          <ac:chgData name="florelyn penaojas" userId="e2c074d058b92a2b" providerId="LiveId" clId="{5658667D-439E-40A8-9500-E8EE52E03E05}" dt="2026-10-24T08:39:54.309" v="1833" actId="1076"/>
          <ac:picMkLst>
            <pc:docMk/>
            <pc:sldMk cId="2721786655" sldId="270"/>
            <ac:picMk id="5" creationId="{E3D7C2E8-4762-8B5B-A42F-615802D5214D}"/>
          </ac:picMkLst>
        </pc:picChg>
      </pc:sldChg>
      <pc:sldChg chg="addSp modSp new mod modTransition setBg">
        <pc:chgData name="florelyn penaojas" userId="e2c074d058b92a2b" providerId="LiveId" clId="{5658667D-439E-40A8-9500-E8EE52E03E05}" dt="2026-10-24T09:22:05.579" v="3303" actId="1076"/>
        <pc:sldMkLst>
          <pc:docMk/>
          <pc:sldMk cId="464572816" sldId="271"/>
        </pc:sldMkLst>
        <pc:spChg chg="mod">
          <ac:chgData name="florelyn penaojas" userId="e2c074d058b92a2b" providerId="LiveId" clId="{5658667D-439E-40A8-9500-E8EE52E03E05}" dt="2026-10-24T08:55:06.710" v="2392" actId="2711"/>
          <ac:spMkLst>
            <pc:docMk/>
            <pc:sldMk cId="464572816" sldId="271"/>
            <ac:spMk id="2" creationId="{7BFE3D55-D0E7-1E32-7109-9BA571BB88A8}"/>
          </ac:spMkLst>
        </pc:spChg>
        <pc:spChg chg="mod">
          <ac:chgData name="florelyn penaojas" userId="e2c074d058b92a2b" providerId="LiveId" clId="{5658667D-439E-40A8-9500-E8EE52E03E05}" dt="2026-10-24T08:53:59.295" v="2384" actId="27636"/>
          <ac:spMkLst>
            <pc:docMk/>
            <pc:sldMk cId="464572816" sldId="271"/>
            <ac:spMk id="3" creationId="{A17F0DBD-373D-DB0E-BE87-56B4036017BA}"/>
          </ac:spMkLst>
        </pc:spChg>
        <pc:spChg chg="add mod ord">
          <ac:chgData name="florelyn penaojas" userId="e2c074d058b92a2b" providerId="LiveId" clId="{5658667D-439E-40A8-9500-E8EE52E03E05}" dt="2026-10-24T08:54:33.822" v="2387" actId="167"/>
          <ac:spMkLst>
            <pc:docMk/>
            <pc:sldMk cId="464572816" sldId="271"/>
            <ac:spMk id="4" creationId="{5D21D80D-8202-FF87-1ED6-25EB300C6389}"/>
          </ac:spMkLst>
        </pc:spChg>
        <pc:picChg chg="add mod">
          <ac:chgData name="florelyn penaojas" userId="e2c074d058b92a2b" providerId="LiveId" clId="{5658667D-439E-40A8-9500-E8EE52E03E05}" dt="2026-10-24T09:22:05.579" v="3303" actId="1076"/>
          <ac:picMkLst>
            <pc:docMk/>
            <pc:sldMk cId="464572816" sldId="271"/>
            <ac:picMk id="6" creationId="{06B7B3B7-6C5A-AB1E-6AAF-67B7E1094C40}"/>
          </ac:picMkLst>
        </pc:picChg>
      </pc:sldChg>
      <pc:sldChg chg="addSp delSp modSp new mod modTransition setBg">
        <pc:chgData name="florelyn penaojas" userId="e2c074d058b92a2b" providerId="LiveId" clId="{5658667D-439E-40A8-9500-E8EE52E03E05}" dt="2026-10-24T09:36:35.637" v="4661"/>
        <pc:sldMkLst>
          <pc:docMk/>
          <pc:sldMk cId="253937484" sldId="272"/>
        </pc:sldMkLst>
        <pc:spChg chg="mod">
          <ac:chgData name="florelyn penaojas" userId="e2c074d058b92a2b" providerId="LiveId" clId="{5658667D-439E-40A8-9500-E8EE52E03E05}" dt="2026-10-24T09:18:13.823" v="3279" actId="2711"/>
          <ac:spMkLst>
            <pc:docMk/>
            <pc:sldMk cId="253937484" sldId="272"/>
            <ac:spMk id="2" creationId="{5EB6F105-F3FC-92D1-E5D8-9A7791EBE2A3}"/>
          </ac:spMkLst>
        </pc:spChg>
        <pc:spChg chg="del mod">
          <ac:chgData name="florelyn penaojas" userId="e2c074d058b92a2b" providerId="LiveId" clId="{5658667D-439E-40A8-9500-E8EE52E03E05}" dt="2026-10-24T09:04:17.979" v="3174"/>
          <ac:spMkLst>
            <pc:docMk/>
            <pc:sldMk cId="253937484" sldId="272"/>
            <ac:spMk id="3" creationId="{C77FFFFA-413F-D27F-07BB-1C7D850DB9D2}"/>
          </ac:spMkLst>
        </pc:spChg>
        <pc:spChg chg="add">
          <ac:chgData name="florelyn penaojas" userId="e2c074d058b92a2b" providerId="LiveId" clId="{5658667D-439E-40A8-9500-E8EE52E03E05}" dt="2026-10-24T09:03:58.445" v="3171"/>
          <ac:spMkLst>
            <pc:docMk/>
            <pc:sldMk cId="253937484" sldId="272"/>
            <ac:spMk id="4" creationId="{B503FC25-758A-325D-984C-E27E228C2D7C}"/>
          </ac:spMkLst>
        </pc:spChg>
        <pc:spChg chg="add mod">
          <ac:chgData name="florelyn penaojas" userId="e2c074d058b92a2b" providerId="LiveId" clId="{5658667D-439E-40A8-9500-E8EE52E03E05}" dt="2026-10-24T09:20:16.388" v="3298" actId="115"/>
          <ac:spMkLst>
            <pc:docMk/>
            <pc:sldMk cId="253937484" sldId="272"/>
            <ac:spMk id="5" creationId="{A110E795-E602-369B-A7B2-179B26832B4E}"/>
          </ac:spMkLst>
        </pc:spChg>
        <pc:spChg chg="add mod">
          <ac:chgData name="florelyn penaojas" userId="e2c074d058b92a2b" providerId="LiveId" clId="{5658667D-439E-40A8-9500-E8EE52E03E05}" dt="2026-10-24T09:19:44.951" v="3292" actId="115"/>
          <ac:spMkLst>
            <pc:docMk/>
            <pc:sldMk cId="253937484" sldId="272"/>
            <ac:spMk id="6" creationId="{1CF28E2E-8C07-7BE1-54D4-2A5B1EB7668D}"/>
          </ac:spMkLst>
        </pc:spChg>
      </pc:sldChg>
      <pc:sldChg chg="modSp new del mod setBg">
        <pc:chgData name="florelyn penaojas" userId="e2c074d058b92a2b" providerId="LiveId" clId="{5658667D-439E-40A8-9500-E8EE52E03E05}" dt="2026-10-25T15:33:13.092" v="4685" actId="2696"/>
        <pc:sldMkLst>
          <pc:docMk/>
          <pc:sldMk cId="1405078273" sldId="273"/>
        </pc:sldMkLst>
        <pc:spChg chg="mod">
          <ac:chgData name="florelyn penaojas" userId="e2c074d058b92a2b" providerId="LiveId" clId="{5658667D-439E-40A8-9500-E8EE52E03E05}" dt="2026-10-25T15:30:09.517" v="4678" actId="1076"/>
          <ac:spMkLst>
            <pc:docMk/>
            <pc:sldMk cId="1405078273" sldId="273"/>
            <ac:spMk id="2" creationId="{5647F5E2-F95E-D4E4-8149-DA483821D752}"/>
          </ac:spMkLst>
        </pc:spChg>
        <pc:spChg chg="mod">
          <ac:chgData name="florelyn penaojas" userId="e2c074d058b92a2b" providerId="LiveId" clId="{5658667D-439E-40A8-9500-E8EE52E03E05}" dt="2026-10-25T15:30:16.460" v="4679" actId="1076"/>
          <ac:spMkLst>
            <pc:docMk/>
            <pc:sldMk cId="1405078273" sldId="273"/>
            <ac:spMk id="3" creationId="{BB215011-3C98-F56E-48DC-D15A85AABE91}"/>
          </ac:spMkLst>
        </pc:spChg>
      </pc:sldChg>
      <pc:sldChg chg="modSp new mod modTransition setBg">
        <pc:chgData name="florelyn penaojas" userId="e2c074d058b92a2b" providerId="LiveId" clId="{5658667D-439E-40A8-9500-E8EE52E03E05}" dt="2026-10-24T09:36:12.639" v="4658"/>
        <pc:sldMkLst>
          <pc:docMk/>
          <pc:sldMk cId="526086418" sldId="274"/>
        </pc:sldMkLst>
        <pc:spChg chg="mod">
          <ac:chgData name="florelyn penaojas" userId="e2c074d058b92a2b" providerId="LiveId" clId="{5658667D-439E-40A8-9500-E8EE52E03E05}" dt="2026-10-24T09:35:06.015" v="4643" actId="122"/>
          <ac:spMkLst>
            <pc:docMk/>
            <pc:sldMk cId="526086418" sldId="274"/>
            <ac:spMk id="2" creationId="{133A5687-89E1-2C1F-009F-83B08DCC970E}"/>
          </ac:spMkLst>
        </pc:spChg>
        <pc:spChg chg="mod">
          <ac:chgData name="florelyn penaojas" userId="e2c074d058b92a2b" providerId="LiveId" clId="{5658667D-439E-40A8-9500-E8EE52E03E05}" dt="2026-10-24T09:34:22.543" v="4637" actId="27636"/>
          <ac:spMkLst>
            <pc:docMk/>
            <pc:sldMk cId="526086418" sldId="274"/>
            <ac:spMk id="3" creationId="{42F1D957-83E6-7DB1-F429-970F649CB5C7}"/>
          </ac:spMkLst>
        </pc:spChg>
      </pc:sldChg>
      <pc:sldChg chg="modSp add mod ord modTransition">
        <pc:chgData name="florelyn penaojas" userId="e2c074d058b92a2b" providerId="LiveId" clId="{5658667D-439E-40A8-9500-E8EE52E03E05}" dt="2026-10-25T15:36:01.847" v="4722"/>
        <pc:sldMkLst>
          <pc:docMk/>
          <pc:sldMk cId="31298383" sldId="275"/>
        </pc:sldMkLst>
        <pc:spChg chg="mod">
          <ac:chgData name="florelyn penaojas" userId="e2c074d058b92a2b" providerId="LiveId" clId="{5658667D-439E-40A8-9500-E8EE52E03E05}" dt="2026-10-25T15:33:04.389" v="4684" actId="20577"/>
          <ac:spMkLst>
            <pc:docMk/>
            <pc:sldMk cId="31298383" sldId="275"/>
            <ac:spMk id="3" creationId="{E3069A62-DC76-0C50-E086-D40AB5D987C6}"/>
          </ac:spMkLst>
        </pc:spChg>
      </pc:sldChg>
      <pc:sldChg chg="modSp add mod modTransition">
        <pc:chgData name="florelyn penaojas" userId="e2c074d058b92a2b" providerId="LiveId" clId="{5658667D-439E-40A8-9500-E8EE52E03E05}" dt="2026-10-25T15:36:37.034" v="4723"/>
        <pc:sldMkLst>
          <pc:docMk/>
          <pc:sldMk cId="3212061488" sldId="276"/>
        </pc:sldMkLst>
        <pc:spChg chg="mod">
          <ac:chgData name="florelyn penaojas" userId="e2c074d058b92a2b" providerId="LiveId" clId="{5658667D-439E-40A8-9500-E8EE52E03E05}" dt="2026-10-25T15:34:47.961" v="4715" actId="20577"/>
          <ac:spMkLst>
            <pc:docMk/>
            <pc:sldMk cId="3212061488" sldId="276"/>
            <ac:spMk id="3" creationId="{F36C78EF-7BAF-1D4A-9CD7-02C2B282707D}"/>
          </ac:spMkLst>
        </pc:spChg>
      </pc:sldChg>
      <pc:sldChg chg="add modTransition">
        <pc:chgData name="florelyn penaojas" userId="e2c074d058b92a2b" providerId="LiveId" clId="{5658667D-439E-40A8-9500-E8EE52E03E05}" dt="2026-10-25T15:36:49.818" v="4724"/>
        <pc:sldMkLst>
          <pc:docMk/>
          <pc:sldMk cId="2937159433" sldId="277"/>
        </pc:sldMkLst>
      </pc:sldChg>
      <pc:sldChg chg="modSp add mod modTransition">
        <pc:chgData name="florelyn penaojas" userId="e2c074d058b92a2b" providerId="LiveId" clId="{5658667D-439E-40A8-9500-E8EE52E03E05}" dt="2026-10-25T15:37:20.191" v="4727"/>
        <pc:sldMkLst>
          <pc:docMk/>
          <pc:sldMk cId="1774253429" sldId="278"/>
        </pc:sldMkLst>
        <pc:spChg chg="mod">
          <ac:chgData name="florelyn penaojas" userId="e2c074d058b92a2b" providerId="LiveId" clId="{5658667D-439E-40A8-9500-E8EE52E03E05}" dt="2026-10-25T15:35:13.193" v="4719" actId="27636"/>
          <ac:spMkLst>
            <pc:docMk/>
            <pc:sldMk cId="1774253429" sldId="278"/>
            <ac:spMk id="3" creationId="{EC999B9C-8415-57CA-E3EF-6405E1B370EB}"/>
          </ac:spMkLst>
        </pc:spChg>
      </pc:sldChg>
      <pc:sldChg chg="modSp add mod modTransition">
        <pc:chgData name="florelyn penaojas" userId="e2c074d058b92a2b" providerId="LiveId" clId="{5658667D-439E-40A8-9500-E8EE52E03E05}" dt="2026-10-25T15:39:39.742" v="4830"/>
        <pc:sldMkLst>
          <pc:docMk/>
          <pc:sldMk cId="2023956486" sldId="279"/>
        </pc:sldMkLst>
        <pc:spChg chg="mod">
          <ac:chgData name="florelyn penaojas" userId="e2c074d058b92a2b" providerId="LiveId" clId="{5658667D-439E-40A8-9500-E8EE52E03E05}" dt="2026-10-25T15:39:12.658" v="4827" actId="122"/>
          <ac:spMkLst>
            <pc:docMk/>
            <pc:sldMk cId="2023956486" sldId="279"/>
            <ac:spMk id="2" creationId="{FDFE6720-A930-FCBF-64C8-E6CF5A8FB26A}"/>
          </ac:spMkLst>
        </pc:spChg>
        <pc:spChg chg="mod">
          <ac:chgData name="florelyn penaojas" userId="e2c074d058b92a2b" providerId="LiveId" clId="{5658667D-439E-40A8-9500-E8EE52E03E05}" dt="2026-10-25T15:39:10.255" v="4826" actId="122"/>
          <ac:spMkLst>
            <pc:docMk/>
            <pc:sldMk cId="2023956486" sldId="279"/>
            <ac:spMk id="3" creationId="{BBC864A5-C97F-6C40-E1CB-E230D0E48158}"/>
          </ac:spMkLst>
        </pc:spChg>
      </pc:sldChg>
      <pc:sldChg chg="addSp delSp modSp add mod modTransition">
        <pc:chgData name="florelyn penaojas" userId="e2c074d058b92a2b" providerId="LiveId" clId="{5658667D-439E-40A8-9500-E8EE52E03E05}" dt="2026-10-25T15:59:09.084" v="5168" actId="688"/>
        <pc:sldMkLst>
          <pc:docMk/>
          <pc:sldMk cId="1261410407" sldId="280"/>
        </pc:sldMkLst>
        <pc:spChg chg="mod">
          <ac:chgData name="florelyn penaojas" userId="e2c074d058b92a2b" providerId="LiveId" clId="{5658667D-439E-40A8-9500-E8EE52E03E05}" dt="2026-10-25T15:40:16.639" v="4837" actId="27636"/>
          <ac:spMkLst>
            <pc:docMk/>
            <pc:sldMk cId="1261410407" sldId="280"/>
            <ac:spMk id="2" creationId="{72954FA4-4C38-8326-D45E-CC9DCCF24490}"/>
          </ac:spMkLst>
        </pc:spChg>
        <pc:spChg chg="add del mod">
          <ac:chgData name="florelyn penaojas" userId="e2c074d058b92a2b" providerId="LiveId" clId="{5658667D-439E-40A8-9500-E8EE52E03E05}" dt="2026-10-25T15:41:19.124" v="4847"/>
          <ac:spMkLst>
            <pc:docMk/>
            <pc:sldMk cId="1261410407" sldId="280"/>
            <ac:spMk id="3" creationId="{5E380703-48FC-C376-9F07-24A59B0073D9}"/>
          </ac:spMkLst>
        </pc:spChg>
        <pc:spChg chg="add mod">
          <ac:chgData name="florelyn penaojas" userId="e2c074d058b92a2b" providerId="LiveId" clId="{5658667D-439E-40A8-9500-E8EE52E03E05}" dt="2026-10-25T15:41:00.484" v="4846"/>
          <ac:spMkLst>
            <pc:docMk/>
            <pc:sldMk cId="1261410407" sldId="280"/>
            <ac:spMk id="4" creationId="{0CED6487-71D7-299C-67AE-7340A09005E7}"/>
          </ac:spMkLst>
        </pc:spChg>
        <pc:spChg chg="add mod">
          <ac:chgData name="florelyn penaojas" userId="e2c074d058b92a2b" providerId="LiveId" clId="{5658667D-439E-40A8-9500-E8EE52E03E05}" dt="2026-10-25T15:59:09.084" v="5168" actId="688"/>
          <ac:spMkLst>
            <pc:docMk/>
            <pc:sldMk cId="1261410407" sldId="280"/>
            <ac:spMk id="5" creationId="{7D288304-D3D7-395A-EF42-F38D42F83132}"/>
          </ac:spMkLst>
        </pc:spChg>
      </pc:sldChg>
      <pc:sldChg chg="addSp delSp modSp add mod modTransition">
        <pc:chgData name="florelyn penaojas" userId="e2c074d058b92a2b" providerId="LiveId" clId="{5658667D-439E-40A8-9500-E8EE52E03E05}" dt="2026-10-25T15:49:14.957" v="4966"/>
        <pc:sldMkLst>
          <pc:docMk/>
          <pc:sldMk cId="1410067709" sldId="281"/>
        </pc:sldMkLst>
        <pc:spChg chg="del mod">
          <ac:chgData name="florelyn penaojas" userId="e2c074d058b92a2b" providerId="LiveId" clId="{5658667D-439E-40A8-9500-E8EE52E03E05}" dt="2026-10-25T15:45:10.840" v="4886" actId="21"/>
          <ac:spMkLst>
            <pc:docMk/>
            <pc:sldMk cId="1410067709" sldId="281"/>
            <ac:spMk id="2" creationId="{3C94EAFC-E7CC-4B7C-C6D5-161AE4982E58}"/>
          </ac:spMkLst>
        </pc:spChg>
        <pc:spChg chg="mod">
          <ac:chgData name="florelyn penaojas" userId="e2c074d058b92a2b" providerId="LiveId" clId="{5658667D-439E-40A8-9500-E8EE52E03E05}" dt="2026-10-25T15:48:36.432" v="4960" actId="20577"/>
          <ac:spMkLst>
            <pc:docMk/>
            <pc:sldMk cId="1410067709" sldId="281"/>
            <ac:spMk id="3" creationId="{E62633E8-2D56-931F-DC36-95609225BDF4}"/>
          </ac:spMkLst>
        </pc:spChg>
        <pc:spChg chg="add mod">
          <ac:chgData name="florelyn penaojas" userId="e2c074d058b92a2b" providerId="LiveId" clId="{5658667D-439E-40A8-9500-E8EE52E03E05}" dt="2026-10-25T15:46:07.105" v="4944" actId="14100"/>
          <ac:spMkLst>
            <pc:docMk/>
            <pc:sldMk cId="1410067709" sldId="281"/>
            <ac:spMk id="5" creationId="{CE38AC1C-F37B-70B1-9763-BD6BE0E621F5}"/>
          </ac:spMkLst>
        </pc:spChg>
      </pc:sldChg>
      <pc:sldChg chg="addSp delSp modSp add mod modTransition">
        <pc:chgData name="florelyn penaojas" userId="e2c074d058b92a2b" providerId="LiveId" clId="{5658667D-439E-40A8-9500-E8EE52E03E05}" dt="2026-10-25T15:58:58.952" v="5167" actId="688"/>
        <pc:sldMkLst>
          <pc:docMk/>
          <pc:sldMk cId="2199441087" sldId="282"/>
        </pc:sldMkLst>
        <pc:spChg chg="del mod">
          <ac:chgData name="florelyn penaojas" userId="e2c074d058b92a2b" providerId="LiveId" clId="{5658667D-439E-40A8-9500-E8EE52E03E05}" dt="2026-10-25T15:43:18.942" v="4871"/>
          <ac:spMkLst>
            <pc:docMk/>
            <pc:sldMk cId="2199441087" sldId="282"/>
            <ac:spMk id="2" creationId="{F2E51E41-0212-483E-D044-0BF87E00648A}"/>
          </ac:spMkLst>
        </pc:spChg>
        <pc:spChg chg="add">
          <ac:chgData name="florelyn penaojas" userId="e2c074d058b92a2b" providerId="LiveId" clId="{5658667D-439E-40A8-9500-E8EE52E03E05}" dt="2026-10-25T15:42:00.231" v="4852"/>
          <ac:spMkLst>
            <pc:docMk/>
            <pc:sldMk cId="2199441087" sldId="282"/>
            <ac:spMk id="3" creationId="{2B2503A4-5C5B-D9D8-3A2E-908E5B5D1879}"/>
          </ac:spMkLst>
        </pc:spChg>
        <pc:spChg chg="add mod">
          <ac:chgData name="florelyn penaojas" userId="e2c074d058b92a2b" providerId="LiveId" clId="{5658667D-439E-40A8-9500-E8EE52E03E05}" dt="2026-10-25T15:58:55.006" v="5166" actId="688"/>
          <ac:spMkLst>
            <pc:docMk/>
            <pc:sldMk cId="2199441087" sldId="282"/>
            <ac:spMk id="4" creationId="{E9B2DD14-4406-BC9D-14D0-F2A656D76BD9}"/>
          </ac:spMkLst>
        </pc:spChg>
        <pc:spChg chg="del mod">
          <ac:chgData name="florelyn penaojas" userId="e2c074d058b92a2b" providerId="LiveId" clId="{5658667D-439E-40A8-9500-E8EE52E03E05}" dt="2026-10-25T15:42:24.948" v="4860"/>
          <ac:spMkLst>
            <pc:docMk/>
            <pc:sldMk cId="2199441087" sldId="282"/>
            <ac:spMk id="5" creationId="{5307D5B8-05F3-F7FF-6FFC-DBCDF4A64D28}"/>
          </ac:spMkLst>
        </pc:spChg>
        <pc:spChg chg="add mod">
          <ac:chgData name="florelyn penaojas" userId="e2c074d058b92a2b" providerId="LiveId" clId="{5658667D-439E-40A8-9500-E8EE52E03E05}" dt="2026-10-25T15:58:58.952" v="5167" actId="688"/>
          <ac:spMkLst>
            <pc:docMk/>
            <pc:sldMk cId="2199441087" sldId="282"/>
            <ac:spMk id="6" creationId="{85CB5666-2B58-23C4-99DA-E53ABA26BCD1}"/>
          </ac:spMkLst>
        </pc:spChg>
      </pc:sldChg>
      <pc:sldChg chg="modSp add mod">
        <pc:chgData name="florelyn penaojas" userId="e2c074d058b92a2b" providerId="LiveId" clId="{5658667D-439E-40A8-9500-E8EE52E03E05}" dt="2026-10-25T15:50:34.061" v="5024" actId="2711"/>
        <pc:sldMkLst>
          <pc:docMk/>
          <pc:sldMk cId="4146880635" sldId="283"/>
        </pc:sldMkLst>
        <pc:spChg chg="mod">
          <ac:chgData name="florelyn penaojas" userId="e2c074d058b92a2b" providerId="LiveId" clId="{5658667D-439E-40A8-9500-E8EE52E03E05}" dt="2026-10-25T15:49:39.991" v="4972" actId="20577"/>
          <ac:spMkLst>
            <pc:docMk/>
            <pc:sldMk cId="4146880635" sldId="283"/>
            <ac:spMk id="3" creationId="{B229A2B8-B450-A263-7598-5BDB71262DAD}"/>
          </ac:spMkLst>
        </pc:spChg>
        <pc:spChg chg="mod">
          <ac:chgData name="florelyn penaojas" userId="e2c074d058b92a2b" providerId="LiveId" clId="{5658667D-439E-40A8-9500-E8EE52E03E05}" dt="2026-10-25T15:50:34.061" v="5024" actId="2711"/>
          <ac:spMkLst>
            <pc:docMk/>
            <pc:sldMk cId="4146880635" sldId="283"/>
            <ac:spMk id="5" creationId="{55BFCF77-DA5E-8DC5-5423-AE0D6E1C891C}"/>
          </ac:spMkLst>
        </pc:spChg>
      </pc:sldChg>
      <pc:sldChg chg="modSp add mod">
        <pc:chgData name="florelyn penaojas" userId="e2c074d058b92a2b" providerId="LiveId" clId="{5658667D-439E-40A8-9500-E8EE52E03E05}" dt="2026-10-25T15:51:31.630" v="5066" actId="20577"/>
        <pc:sldMkLst>
          <pc:docMk/>
          <pc:sldMk cId="4052336919" sldId="284"/>
        </pc:sldMkLst>
        <pc:spChg chg="mod">
          <ac:chgData name="florelyn penaojas" userId="e2c074d058b92a2b" providerId="LiveId" clId="{5658667D-439E-40A8-9500-E8EE52E03E05}" dt="2026-10-25T15:51:31.630" v="5066" actId="20577"/>
          <ac:spMkLst>
            <pc:docMk/>
            <pc:sldMk cId="4052336919" sldId="284"/>
            <ac:spMk id="2" creationId="{DF6B673B-8B3D-086E-9D34-DE4CBB7DA176}"/>
          </ac:spMkLst>
        </pc:spChg>
      </pc:sldChg>
      <pc:sldChg chg="modSp add mod">
        <pc:chgData name="florelyn penaojas" userId="e2c074d058b92a2b" providerId="LiveId" clId="{5658667D-439E-40A8-9500-E8EE52E03E05}" dt="2026-10-25T15:52:02.038" v="5075" actId="20577"/>
        <pc:sldMkLst>
          <pc:docMk/>
          <pc:sldMk cId="1014513729" sldId="285"/>
        </pc:sldMkLst>
        <pc:spChg chg="mod">
          <ac:chgData name="florelyn penaojas" userId="e2c074d058b92a2b" providerId="LiveId" clId="{5658667D-439E-40A8-9500-E8EE52E03E05}" dt="2026-10-25T15:52:02.038" v="5075" actId="20577"/>
          <ac:spMkLst>
            <pc:docMk/>
            <pc:sldMk cId="1014513729" sldId="285"/>
            <ac:spMk id="2" creationId="{B00FFDAF-1A60-5A8E-03CE-487D499DF57F}"/>
          </ac:spMkLst>
        </pc:spChg>
      </pc:sldChg>
      <pc:sldChg chg="modSp add mod">
        <pc:chgData name="florelyn penaojas" userId="e2c074d058b92a2b" providerId="LiveId" clId="{5658667D-439E-40A8-9500-E8EE52E03E05}" dt="2026-10-25T15:52:29.816" v="5085" actId="20577"/>
        <pc:sldMkLst>
          <pc:docMk/>
          <pc:sldMk cId="944868777" sldId="286"/>
        </pc:sldMkLst>
        <pc:spChg chg="mod">
          <ac:chgData name="florelyn penaojas" userId="e2c074d058b92a2b" providerId="LiveId" clId="{5658667D-439E-40A8-9500-E8EE52E03E05}" dt="2026-10-25T15:52:29.816" v="5085" actId="20577"/>
          <ac:spMkLst>
            <pc:docMk/>
            <pc:sldMk cId="944868777" sldId="286"/>
            <ac:spMk id="2" creationId="{4787F818-F9CE-F45A-F2D5-F96FAC35F8F6}"/>
          </ac:spMkLst>
        </pc:spChg>
      </pc:sldChg>
      <pc:sldChg chg="modSp add mod">
        <pc:chgData name="florelyn penaojas" userId="e2c074d058b92a2b" providerId="LiveId" clId="{5658667D-439E-40A8-9500-E8EE52E03E05}" dt="2026-10-25T15:53:38.994" v="5105" actId="20577"/>
        <pc:sldMkLst>
          <pc:docMk/>
          <pc:sldMk cId="4070026592" sldId="287"/>
        </pc:sldMkLst>
        <pc:spChg chg="mod">
          <ac:chgData name="florelyn penaojas" userId="e2c074d058b92a2b" providerId="LiveId" clId="{5658667D-439E-40A8-9500-E8EE52E03E05}" dt="2026-10-25T15:53:38.994" v="5105" actId="20577"/>
          <ac:spMkLst>
            <pc:docMk/>
            <pc:sldMk cId="4070026592" sldId="287"/>
            <ac:spMk id="2" creationId="{6F29B5D7-6F92-172F-24E2-8B06AACE19F2}"/>
          </ac:spMkLst>
        </pc:spChg>
      </pc:sldChg>
      <pc:sldChg chg="modSp add mod">
        <pc:chgData name="florelyn penaojas" userId="e2c074d058b92a2b" providerId="LiveId" clId="{5658667D-439E-40A8-9500-E8EE52E03E05}" dt="2026-10-25T15:55:13.360" v="5119" actId="20577"/>
        <pc:sldMkLst>
          <pc:docMk/>
          <pc:sldMk cId="2137553992" sldId="288"/>
        </pc:sldMkLst>
        <pc:spChg chg="mod">
          <ac:chgData name="florelyn penaojas" userId="e2c074d058b92a2b" providerId="LiveId" clId="{5658667D-439E-40A8-9500-E8EE52E03E05}" dt="2026-10-25T15:55:13.360" v="5119" actId="20577"/>
          <ac:spMkLst>
            <pc:docMk/>
            <pc:sldMk cId="2137553992" sldId="288"/>
            <ac:spMk id="2" creationId="{395363F8-C8B9-3555-2429-25156ADB12C6}"/>
          </ac:spMkLst>
        </pc:spChg>
      </pc:sldChg>
      <pc:sldChg chg="modSp add mod">
        <pc:chgData name="florelyn penaojas" userId="e2c074d058b92a2b" providerId="LiveId" clId="{5658667D-439E-40A8-9500-E8EE52E03E05}" dt="2026-10-25T15:56:07.429" v="5126" actId="20577"/>
        <pc:sldMkLst>
          <pc:docMk/>
          <pc:sldMk cId="456797826" sldId="289"/>
        </pc:sldMkLst>
        <pc:spChg chg="mod">
          <ac:chgData name="florelyn penaojas" userId="e2c074d058b92a2b" providerId="LiveId" clId="{5658667D-439E-40A8-9500-E8EE52E03E05}" dt="2026-10-25T15:56:07.429" v="5126" actId="20577"/>
          <ac:spMkLst>
            <pc:docMk/>
            <pc:sldMk cId="456797826" sldId="289"/>
            <ac:spMk id="2" creationId="{09A96693-0B17-D37C-6908-2EF6E4355034}"/>
          </ac:spMkLst>
        </pc:spChg>
      </pc:sldChg>
      <pc:sldChg chg="modSp add mod">
        <pc:chgData name="florelyn penaojas" userId="e2c074d058b92a2b" providerId="LiveId" clId="{5658667D-439E-40A8-9500-E8EE52E03E05}" dt="2026-10-25T15:56:49.409" v="5163" actId="20577"/>
        <pc:sldMkLst>
          <pc:docMk/>
          <pc:sldMk cId="2017243632" sldId="290"/>
        </pc:sldMkLst>
        <pc:spChg chg="mod">
          <ac:chgData name="florelyn penaojas" userId="e2c074d058b92a2b" providerId="LiveId" clId="{5658667D-439E-40A8-9500-E8EE52E03E05}" dt="2026-10-25T15:56:49.409" v="5163" actId="20577"/>
          <ac:spMkLst>
            <pc:docMk/>
            <pc:sldMk cId="2017243632" sldId="290"/>
            <ac:spMk id="2" creationId="{137C774C-8F85-5E24-62E5-525205B3369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9C477-5473-9486-8B9A-6E6233E9FB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A8C480A9-8144-5023-53BE-82F05389FF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A7264BDC-0E97-AFD9-4DB9-D592CDA0EC12}"/>
              </a:ext>
            </a:extLst>
          </p:cNvPr>
          <p:cNvSpPr>
            <a:spLocks noGrp="1"/>
          </p:cNvSpPr>
          <p:nvPr>
            <p:ph type="dt" sz="half" idx="10"/>
          </p:nvPr>
        </p:nvSpPr>
        <p:spPr/>
        <p:txBody>
          <a:bodyPr/>
          <a:lstStyle/>
          <a:p>
            <a:fld id="{08A865B5-F01C-45A6-9F92-F8ED2A25C94E}" type="datetimeFigureOut">
              <a:rPr lang="en-PH" smtClean="0"/>
              <a:t>25/10/2026</a:t>
            </a:fld>
            <a:endParaRPr lang="en-PH"/>
          </a:p>
        </p:txBody>
      </p:sp>
      <p:sp>
        <p:nvSpPr>
          <p:cNvPr id="5" name="Footer Placeholder 4">
            <a:extLst>
              <a:ext uri="{FF2B5EF4-FFF2-40B4-BE49-F238E27FC236}">
                <a16:creationId xmlns:a16="http://schemas.microsoft.com/office/drawing/2014/main" id="{63C9808C-9510-F088-E10E-C025E9CD083C}"/>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3523A46D-BEE6-030F-55BD-0582C2A20F5D}"/>
              </a:ext>
            </a:extLst>
          </p:cNvPr>
          <p:cNvSpPr>
            <a:spLocks noGrp="1"/>
          </p:cNvSpPr>
          <p:nvPr>
            <p:ph type="sldNum" sz="quarter" idx="12"/>
          </p:nvPr>
        </p:nvSpPr>
        <p:spPr/>
        <p:txBody>
          <a:bodyPr/>
          <a:lstStyle/>
          <a:p>
            <a:fld id="{BF393131-DFD7-4D29-96E8-B0F12899EBD5}" type="slidenum">
              <a:rPr lang="en-PH" smtClean="0"/>
              <a:t>‹#›</a:t>
            </a:fld>
            <a:endParaRPr lang="en-PH"/>
          </a:p>
        </p:txBody>
      </p:sp>
    </p:spTree>
    <p:extLst>
      <p:ext uri="{BB962C8B-B14F-4D97-AF65-F5344CB8AC3E}">
        <p14:creationId xmlns:p14="http://schemas.microsoft.com/office/powerpoint/2010/main" val="1334573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E5FF8-7AFC-4794-6CC7-A321E1A520D9}"/>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29DF2984-49AF-FA8E-8028-B9BC085105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C21C2EC0-61A3-D534-FC09-AFBB9FF915DE}"/>
              </a:ext>
            </a:extLst>
          </p:cNvPr>
          <p:cNvSpPr>
            <a:spLocks noGrp="1"/>
          </p:cNvSpPr>
          <p:nvPr>
            <p:ph type="dt" sz="half" idx="10"/>
          </p:nvPr>
        </p:nvSpPr>
        <p:spPr/>
        <p:txBody>
          <a:bodyPr/>
          <a:lstStyle/>
          <a:p>
            <a:fld id="{08A865B5-F01C-45A6-9F92-F8ED2A25C94E}" type="datetimeFigureOut">
              <a:rPr lang="en-PH" smtClean="0"/>
              <a:t>25/10/2026</a:t>
            </a:fld>
            <a:endParaRPr lang="en-PH"/>
          </a:p>
        </p:txBody>
      </p:sp>
      <p:sp>
        <p:nvSpPr>
          <p:cNvPr id="5" name="Footer Placeholder 4">
            <a:extLst>
              <a:ext uri="{FF2B5EF4-FFF2-40B4-BE49-F238E27FC236}">
                <a16:creationId xmlns:a16="http://schemas.microsoft.com/office/drawing/2014/main" id="{062238BC-50DD-CDC5-0774-0DB4C5EBBFCE}"/>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C09ABD6E-CC6E-146F-5BF6-4AC58C2CF878}"/>
              </a:ext>
            </a:extLst>
          </p:cNvPr>
          <p:cNvSpPr>
            <a:spLocks noGrp="1"/>
          </p:cNvSpPr>
          <p:nvPr>
            <p:ph type="sldNum" sz="quarter" idx="12"/>
          </p:nvPr>
        </p:nvSpPr>
        <p:spPr/>
        <p:txBody>
          <a:bodyPr/>
          <a:lstStyle/>
          <a:p>
            <a:fld id="{BF393131-DFD7-4D29-96E8-B0F12899EBD5}" type="slidenum">
              <a:rPr lang="en-PH" smtClean="0"/>
              <a:t>‹#›</a:t>
            </a:fld>
            <a:endParaRPr lang="en-PH"/>
          </a:p>
        </p:txBody>
      </p:sp>
    </p:spTree>
    <p:extLst>
      <p:ext uri="{BB962C8B-B14F-4D97-AF65-F5344CB8AC3E}">
        <p14:creationId xmlns:p14="http://schemas.microsoft.com/office/powerpoint/2010/main" val="3359125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A750A-AA40-6DC4-5EC4-9E1793A376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69C1DFF0-A612-6F6C-37B5-CEB4FD7309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F99D4C-C1DE-6218-B723-2A5A6C398997}"/>
              </a:ext>
            </a:extLst>
          </p:cNvPr>
          <p:cNvSpPr>
            <a:spLocks noGrp="1"/>
          </p:cNvSpPr>
          <p:nvPr>
            <p:ph type="dt" sz="half" idx="10"/>
          </p:nvPr>
        </p:nvSpPr>
        <p:spPr/>
        <p:txBody>
          <a:bodyPr/>
          <a:lstStyle/>
          <a:p>
            <a:fld id="{08A865B5-F01C-45A6-9F92-F8ED2A25C94E}" type="datetimeFigureOut">
              <a:rPr lang="en-PH" smtClean="0"/>
              <a:t>25/10/2026</a:t>
            </a:fld>
            <a:endParaRPr lang="en-PH"/>
          </a:p>
        </p:txBody>
      </p:sp>
      <p:sp>
        <p:nvSpPr>
          <p:cNvPr id="5" name="Footer Placeholder 4">
            <a:extLst>
              <a:ext uri="{FF2B5EF4-FFF2-40B4-BE49-F238E27FC236}">
                <a16:creationId xmlns:a16="http://schemas.microsoft.com/office/drawing/2014/main" id="{EAC148D9-3EF3-8B3F-83A2-E1040340737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6680A46E-AE0D-B034-25D9-6DB9528F0400}"/>
              </a:ext>
            </a:extLst>
          </p:cNvPr>
          <p:cNvSpPr>
            <a:spLocks noGrp="1"/>
          </p:cNvSpPr>
          <p:nvPr>
            <p:ph type="sldNum" sz="quarter" idx="12"/>
          </p:nvPr>
        </p:nvSpPr>
        <p:spPr/>
        <p:txBody>
          <a:bodyPr/>
          <a:lstStyle/>
          <a:p>
            <a:fld id="{BF393131-DFD7-4D29-96E8-B0F12899EBD5}" type="slidenum">
              <a:rPr lang="en-PH" smtClean="0"/>
              <a:t>‹#›</a:t>
            </a:fld>
            <a:endParaRPr lang="en-PH"/>
          </a:p>
        </p:txBody>
      </p:sp>
    </p:spTree>
    <p:extLst>
      <p:ext uri="{BB962C8B-B14F-4D97-AF65-F5344CB8AC3E}">
        <p14:creationId xmlns:p14="http://schemas.microsoft.com/office/powerpoint/2010/main" val="2125808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2A163-0A53-B38E-B99D-D4F7518C1B66}"/>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F2AB6354-8580-F7C0-AD9D-3FCA179A92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2EFBCE40-4EDE-8D7F-FF33-B6F2CE5693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652AEC0D-D9CD-0B5A-CCEF-0CC5EC04D470}"/>
              </a:ext>
            </a:extLst>
          </p:cNvPr>
          <p:cNvSpPr>
            <a:spLocks noGrp="1"/>
          </p:cNvSpPr>
          <p:nvPr>
            <p:ph type="dt" sz="half" idx="10"/>
          </p:nvPr>
        </p:nvSpPr>
        <p:spPr/>
        <p:txBody>
          <a:bodyPr/>
          <a:lstStyle/>
          <a:p>
            <a:fld id="{08A865B5-F01C-45A6-9F92-F8ED2A25C94E}" type="datetimeFigureOut">
              <a:rPr lang="en-PH" smtClean="0"/>
              <a:t>25/10/2026</a:t>
            </a:fld>
            <a:endParaRPr lang="en-PH"/>
          </a:p>
        </p:txBody>
      </p:sp>
      <p:sp>
        <p:nvSpPr>
          <p:cNvPr id="6" name="Footer Placeholder 5">
            <a:extLst>
              <a:ext uri="{FF2B5EF4-FFF2-40B4-BE49-F238E27FC236}">
                <a16:creationId xmlns:a16="http://schemas.microsoft.com/office/drawing/2014/main" id="{EBFC7F64-62CE-92A0-46DA-E264C53425B8}"/>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EE8FE90F-CB41-2AA6-9A0C-C2067ADB085A}"/>
              </a:ext>
            </a:extLst>
          </p:cNvPr>
          <p:cNvSpPr>
            <a:spLocks noGrp="1"/>
          </p:cNvSpPr>
          <p:nvPr>
            <p:ph type="sldNum" sz="quarter" idx="12"/>
          </p:nvPr>
        </p:nvSpPr>
        <p:spPr/>
        <p:txBody>
          <a:bodyPr/>
          <a:lstStyle/>
          <a:p>
            <a:fld id="{BF393131-DFD7-4D29-96E8-B0F12899EBD5}" type="slidenum">
              <a:rPr lang="en-PH" smtClean="0"/>
              <a:t>‹#›</a:t>
            </a:fld>
            <a:endParaRPr lang="en-PH"/>
          </a:p>
        </p:txBody>
      </p:sp>
    </p:spTree>
    <p:extLst>
      <p:ext uri="{BB962C8B-B14F-4D97-AF65-F5344CB8AC3E}">
        <p14:creationId xmlns:p14="http://schemas.microsoft.com/office/powerpoint/2010/main" val="3481059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AE098-49F6-BE3A-91A5-398C4D3E2149}"/>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880F8C21-45DF-7753-9B2B-461780D297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F4F362-46C8-549F-AE15-21D4676AE5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CC773228-C746-4CDB-8CC2-213DC8B5DA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78D6DF-C61E-DA5D-9E18-D0CBC44C34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E5F050B0-E03D-B6B6-4789-6BAF190AC4E2}"/>
              </a:ext>
            </a:extLst>
          </p:cNvPr>
          <p:cNvSpPr>
            <a:spLocks noGrp="1"/>
          </p:cNvSpPr>
          <p:nvPr>
            <p:ph type="dt" sz="half" idx="10"/>
          </p:nvPr>
        </p:nvSpPr>
        <p:spPr/>
        <p:txBody>
          <a:bodyPr/>
          <a:lstStyle/>
          <a:p>
            <a:fld id="{08A865B5-F01C-45A6-9F92-F8ED2A25C94E}" type="datetimeFigureOut">
              <a:rPr lang="en-PH" smtClean="0"/>
              <a:t>25/10/2026</a:t>
            </a:fld>
            <a:endParaRPr lang="en-PH"/>
          </a:p>
        </p:txBody>
      </p:sp>
      <p:sp>
        <p:nvSpPr>
          <p:cNvPr id="8" name="Footer Placeholder 7">
            <a:extLst>
              <a:ext uri="{FF2B5EF4-FFF2-40B4-BE49-F238E27FC236}">
                <a16:creationId xmlns:a16="http://schemas.microsoft.com/office/drawing/2014/main" id="{EA090176-029C-8DF1-D175-5C6A0F719DE6}"/>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7579F970-6B6B-2D56-5869-1CCB78C903E6}"/>
              </a:ext>
            </a:extLst>
          </p:cNvPr>
          <p:cNvSpPr>
            <a:spLocks noGrp="1"/>
          </p:cNvSpPr>
          <p:nvPr>
            <p:ph type="sldNum" sz="quarter" idx="12"/>
          </p:nvPr>
        </p:nvSpPr>
        <p:spPr/>
        <p:txBody>
          <a:bodyPr/>
          <a:lstStyle/>
          <a:p>
            <a:fld id="{BF393131-DFD7-4D29-96E8-B0F12899EBD5}" type="slidenum">
              <a:rPr lang="en-PH" smtClean="0"/>
              <a:t>‹#›</a:t>
            </a:fld>
            <a:endParaRPr lang="en-PH"/>
          </a:p>
        </p:txBody>
      </p:sp>
    </p:spTree>
    <p:extLst>
      <p:ext uri="{BB962C8B-B14F-4D97-AF65-F5344CB8AC3E}">
        <p14:creationId xmlns:p14="http://schemas.microsoft.com/office/powerpoint/2010/main" val="2130899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4EBDC-9E50-E714-2416-167784C31F4B}"/>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22A14AE3-C1B0-1173-333D-22D323C9B43E}"/>
              </a:ext>
            </a:extLst>
          </p:cNvPr>
          <p:cNvSpPr>
            <a:spLocks noGrp="1"/>
          </p:cNvSpPr>
          <p:nvPr>
            <p:ph type="dt" sz="half" idx="10"/>
          </p:nvPr>
        </p:nvSpPr>
        <p:spPr/>
        <p:txBody>
          <a:bodyPr/>
          <a:lstStyle/>
          <a:p>
            <a:fld id="{08A865B5-F01C-45A6-9F92-F8ED2A25C94E}" type="datetimeFigureOut">
              <a:rPr lang="en-PH" smtClean="0"/>
              <a:t>25/10/2026</a:t>
            </a:fld>
            <a:endParaRPr lang="en-PH"/>
          </a:p>
        </p:txBody>
      </p:sp>
      <p:sp>
        <p:nvSpPr>
          <p:cNvPr id="4" name="Footer Placeholder 3">
            <a:extLst>
              <a:ext uri="{FF2B5EF4-FFF2-40B4-BE49-F238E27FC236}">
                <a16:creationId xmlns:a16="http://schemas.microsoft.com/office/drawing/2014/main" id="{D545AA81-BB82-B510-F21D-300C3D996C61}"/>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6092D214-80DA-4EAE-4AD9-FEA41236AF88}"/>
              </a:ext>
            </a:extLst>
          </p:cNvPr>
          <p:cNvSpPr>
            <a:spLocks noGrp="1"/>
          </p:cNvSpPr>
          <p:nvPr>
            <p:ph type="sldNum" sz="quarter" idx="12"/>
          </p:nvPr>
        </p:nvSpPr>
        <p:spPr/>
        <p:txBody>
          <a:bodyPr/>
          <a:lstStyle/>
          <a:p>
            <a:fld id="{BF393131-DFD7-4D29-96E8-B0F12899EBD5}" type="slidenum">
              <a:rPr lang="en-PH" smtClean="0"/>
              <a:t>‹#›</a:t>
            </a:fld>
            <a:endParaRPr lang="en-PH"/>
          </a:p>
        </p:txBody>
      </p:sp>
    </p:spTree>
    <p:extLst>
      <p:ext uri="{BB962C8B-B14F-4D97-AF65-F5344CB8AC3E}">
        <p14:creationId xmlns:p14="http://schemas.microsoft.com/office/powerpoint/2010/main" val="1577095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7ABECA-5766-D50B-22AC-9BC70E22B09A}"/>
              </a:ext>
            </a:extLst>
          </p:cNvPr>
          <p:cNvSpPr>
            <a:spLocks noGrp="1"/>
          </p:cNvSpPr>
          <p:nvPr>
            <p:ph type="dt" sz="half" idx="10"/>
          </p:nvPr>
        </p:nvSpPr>
        <p:spPr/>
        <p:txBody>
          <a:bodyPr/>
          <a:lstStyle/>
          <a:p>
            <a:fld id="{08A865B5-F01C-45A6-9F92-F8ED2A25C94E}" type="datetimeFigureOut">
              <a:rPr lang="en-PH" smtClean="0"/>
              <a:t>25/10/2026</a:t>
            </a:fld>
            <a:endParaRPr lang="en-PH"/>
          </a:p>
        </p:txBody>
      </p:sp>
      <p:sp>
        <p:nvSpPr>
          <p:cNvPr id="3" name="Footer Placeholder 2">
            <a:extLst>
              <a:ext uri="{FF2B5EF4-FFF2-40B4-BE49-F238E27FC236}">
                <a16:creationId xmlns:a16="http://schemas.microsoft.com/office/drawing/2014/main" id="{0309E77C-93FA-1A38-6822-6907CE1CF1C4}"/>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D96BB98E-75C3-62A0-D2E2-7992941E0365}"/>
              </a:ext>
            </a:extLst>
          </p:cNvPr>
          <p:cNvSpPr>
            <a:spLocks noGrp="1"/>
          </p:cNvSpPr>
          <p:nvPr>
            <p:ph type="sldNum" sz="quarter" idx="12"/>
          </p:nvPr>
        </p:nvSpPr>
        <p:spPr/>
        <p:txBody>
          <a:bodyPr/>
          <a:lstStyle/>
          <a:p>
            <a:fld id="{BF393131-DFD7-4D29-96E8-B0F12899EBD5}" type="slidenum">
              <a:rPr lang="en-PH" smtClean="0"/>
              <a:t>‹#›</a:t>
            </a:fld>
            <a:endParaRPr lang="en-PH"/>
          </a:p>
        </p:txBody>
      </p:sp>
    </p:spTree>
    <p:extLst>
      <p:ext uri="{BB962C8B-B14F-4D97-AF65-F5344CB8AC3E}">
        <p14:creationId xmlns:p14="http://schemas.microsoft.com/office/powerpoint/2010/main" val="1116051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FDBA3-DAEA-B04E-6E1C-CE6F9241E7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BE125065-3D58-8003-585A-E8BF9ADC72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471D2883-C1B2-5082-2F89-A5A36FC95A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978214-6344-E085-E308-C99798E82440}"/>
              </a:ext>
            </a:extLst>
          </p:cNvPr>
          <p:cNvSpPr>
            <a:spLocks noGrp="1"/>
          </p:cNvSpPr>
          <p:nvPr>
            <p:ph type="dt" sz="half" idx="10"/>
          </p:nvPr>
        </p:nvSpPr>
        <p:spPr/>
        <p:txBody>
          <a:bodyPr/>
          <a:lstStyle/>
          <a:p>
            <a:fld id="{08A865B5-F01C-45A6-9F92-F8ED2A25C94E}" type="datetimeFigureOut">
              <a:rPr lang="en-PH" smtClean="0"/>
              <a:t>25/10/2026</a:t>
            </a:fld>
            <a:endParaRPr lang="en-PH"/>
          </a:p>
        </p:txBody>
      </p:sp>
      <p:sp>
        <p:nvSpPr>
          <p:cNvPr id="6" name="Footer Placeholder 5">
            <a:extLst>
              <a:ext uri="{FF2B5EF4-FFF2-40B4-BE49-F238E27FC236}">
                <a16:creationId xmlns:a16="http://schemas.microsoft.com/office/drawing/2014/main" id="{5C59A71C-29D7-A77E-1794-025909A1721E}"/>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E98EEADC-79C7-9807-6500-5A5A6B2DA616}"/>
              </a:ext>
            </a:extLst>
          </p:cNvPr>
          <p:cNvSpPr>
            <a:spLocks noGrp="1"/>
          </p:cNvSpPr>
          <p:nvPr>
            <p:ph type="sldNum" sz="quarter" idx="12"/>
          </p:nvPr>
        </p:nvSpPr>
        <p:spPr/>
        <p:txBody>
          <a:bodyPr/>
          <a:lstStyle/>
          <a:p>
            <a:fld id="{BF393131-DFD7-4D29-96E8-B0F12899EBD5}" type="slidenum">
              <a:rPr lang="en-PH" smtClean="0"/>
              <a:t>‹#›</a:t>
            </a:fld>
            <a:endParaRPr lang="en-PH"/>
          </a:p>
        </p:txBody>
      </p:sp>
    </p:spTree>
    <p:extLst>
      <p:ext uri="{BB962C8B-B14F-4D97-AF65-F5344CB8AC3E}">
        <p14:creationId xmlns:p14="http://schemas.microsoft.com/office/powerpoint/2010/main" val="2807718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40E28-A84A-DF26-AC55-20D31AA1BE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14E395DE-C624-D9D3-46A0-0222BC141A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C6CBE88C-81E4-CE7F-5E94-127FAC44A1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7096C0-B082-8B8D-3E4D-1367E706C058}"/>
              </a:ext>
            </a:extLst>
          </p:cNvPr>
          <p:cNvSpPr>
            <a:spLocks noGrp="1"/>
          </p:cNvSpPr>
          <p:nvPr>
            <p:ph type="dt" sz="half" idx="10"/>
          </p:nvPr>
        </p:nvSpPr>
        <p:spPr/>
        <p:txBody>
          <a:bodyPr/>
          <a:lstStyle/>
          <a:p>
            <a:fld id="{08A865B5-F01C-45A6-9F92-F8ED2A25C94E}" type="datetimeFigureOut">
              <a:rPr lang="en-PH" smtClean="0"/>
              <a:t>25/10/2026</a:t>
            </a:fld>
            <a:endParaRPr lang="en-PH"/>
          </a:p>
        </p:txBody>
      </p:sp>
      <p:sp>
        <p:nvSpPr>
          <p:cNvPr id="6" name="Footer Placeholder 5">
            <a:extLst>
              <a:ext uri="{FF2B5EF4-FFF2-40B4-BE49-F238E27FC236}">
                <a16:creationId xmlns:a16="http://schemas.microsoft.com/office/drawing/2014/main" id="{197E613D-2DDF-089E-5FEF-D006F45BD0B5}"/>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9522AB12-4AB5-4644-83E8-993BF72D21E9}"/>
              </a:ext>
            </a:extLst>
          </p:cNvPr>
          <p:cNvSpPr>
            <a:spLocks noGrp="1"/>
          </p:cNvSpPr>
          <p:nvPr>
            <p:ph type="sldNum" sz="quarter" idx="12"/>
          </p:nvPr>
        </p:nvSpPr>
        <p:spPr/>
        <p:txBody>
          <a:bodyPr/>
          <a:lstStyle/>
          <a:p>
            <a:fld id="{BF393131-DFD7-4D29-96E8-B0F12899EBD5}" type="slidenum">
              <a:rPr lang="en-PH" smtClean="0"/>
              <a:t>‹#›</a:t>
            </a:fld>
            <a:endParaRPr lang="en-PH"/>
          </a:p>
        </p:txBody>
      </p:sp>
    </p:spTree>
    <p:extLst>
      <p:ext uri="{BB962C8B-B14F-4D97-AF65-F5344CB8AC3E}">
        <p14:creationId xmlns:p14="http://schemas.microsoft.com/office/powerpoint/2010/main" val="409101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B6475-88E6-4480-2237-7E585CE6A58F}"/>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98CDA525-487B-C07E-FA35-E779A035D3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EF78142B-F969-473C-415B-D35E7FEA3A06}"/>
              </a:ext>
            </a:extLst>
          </p:cNvPr>
          <p:cNvSpPr>
            <a:spLocks noGrp="1"/>
          </p:cNvSpPr>
          <p:nvPr>
            <p:ph type="dt" sz="half" idx="10"/>
          </p:nvPr>
        </p:nvSpPr>
        <p:spPr/>
        <p:txBody>
          <a:bodyPr/>
          <a:lstStyle/>
          <a:p>
            <a:fld id="{08A865B5-F01C-45A6-9F92-F8ED2A25C94E}" type="datetimeFigureOut">
              <a:rPr lang="en-PH" smtClean="0"/>
              <a:t>25/10/2026</a:t>
            </a:fld>
            <a:endParaRPr lang="en-PH"/>
          </a:p>
        </p:txBody>
      </p:sp>
      <p:sp>
        <p:nvSpPr>
          <p:cNvPr id="5" name="Footer Placeholder 4">
            <a:extLst>
              <a:ext uri="{FF2B5EF4-FFF2-40B4-BE49-F238E27FC236}">
                <a16:creationId xmlns:a16="http://schemas.microsoft.com/office/drawing/2014/main" id="{9333FDED-48DA-C605-DB66-93B1E6E6CA3C}"/>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390D5D60-362B-442C-816E-D691F4B8FC3D}"/>
              </a:ext>
            </a:extLst>
          </p:cNvPr>
          <p:cNvSpPr>
            <a:spLocks noGrp="1"/>
          </p:cNvSpPr>
          <p:nvPr>
            <p:ph type="sldNum" sz="quarter" idx="12"/>
          </p:nvPr>
        </p:nvSpPr>
        <p:spPr/>
        <p:txBody>
          <a:bodyPr/>
          <a:lstStyle/>
          <a:p>
            <a:fld id="{BF393131-DFD7-4D29-96E8-B0F12899EBD5}" type="slidenum">
              <a:rPr lang="en-PH" smtClean="0"/>
              <a:t>‹#›</a:t>
            </a:fld>
            <a:endParaRPr lang="en-PH"/>
          </a:p>
        </p:txBody>
      </p:sp>
    </p:spTree>
    <p:extLst>
      <p:ext uri="{BB962C8B-B14F-4D97-AF65-F5344CB8AC3E}">
        <p14:creationId xmlns:p14="http://schemas.microsoft.com/office/powerpoint/2010/main" val="3754957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61DFDF-91EE-3755-4F19-27F11B6EBE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7995A73C-08C7-4BF7-EC9B-C590751332D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489FE6F9-DF5F-956F-C264-A85887FBC61F}"/>
              </a:ext>
            </a:extLst>
          </p:cNvPr>
          <p:cNvSpPr>
            <a:spLocks noGrp="1"/>
          </p:cNvSpPr>
          <p:nvPr>
            <p:ph type="dt" sz="half" idx="10"/>
          </p:nvPr>
        </p:nvSpPr>
        <p:spPr/>
        <p:txBody>
          <a:bodyPr/>
          <a:lstStyle/>
          <a:p>
            <a:fld id="{08A865B5-F01C-45A6-9F92-F8ED2A25C94E}" type="datetimeFigureOut">
              <a:rPr lang="en-PH" smtClean="0"/>
              <a:t>25/10/2026</a:t>
            </a:fld>
            <a:endParaRPr lang="en-PH"/>
          </a:p>
        </p:txBody>
      </p:sp>
      <p:sp>
        <p:nvSpPr>
          <p:cNvPr id="5" name="Footer Placeholder 4">
            <a:extLst>
              <a:ext uri="{FF2B5EF4-FFF2-40B4-BE49-F238E27FC236}">
                <a16:creationId xmlns:a16="http://schemas.microsoft.com/office/drawing/2014/main" id="{0991CCD4-5EC8-1455-FB3D-8B9F8C437283}"/>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75EA2F18-3F51-F62A-204E-DEB9ED114C28}"/>
              </a:ext>
            </a:extLst>
          </p:cNvPr>
          <p:cNvSpPr>
            <a:spLocks noGrp="1"/>
          </p:cNvSpPr>
          <p:nvPr>
            <p:ph type="sldNum" sz="quarter" idx="12"/>
          </p:nvPr>
        </p:nvSpPr>
        <p:spPr/>
        <p:txBody>
          <a:bodyPr/>
          <a:lstStyle/>
          <a:p>
            <a:fld id="{BF393131-DFD7-4D29-96E8-B0F12899EBD5}" type="slidenum">
              <a:rPr lang="en-PH" smtClean="0"/>
              <a:t>‹#›</a:t>
            </a:fld>
            <a:endParaRPr lang="en-PH"/>
          </a:p>
        </p:txBody>
      </p:sp>
    </p:spTree>
    <p:extLst>
      <p:ext uri="{BB962C8B-B14F-4D97-AF65-F5344CB8AC3E}">
        <p14:creationId xmlns:p14="http://schemas.microsoft.com/office/powerpoint/2010/main" val="3499170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92F2AA-D742-A2D9-63BE-E26E2F1383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584C36A5-6A84-CDC0-F9EB-B8F1D094EF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9BB733A1-473E-E9C3-9328-3107912EFE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A865B5-F01C-45A6-9F92-F8ED2A25C94E}" type="datetimeFigureOut">
              <a:rPr lang="en-PH" smtClean="0"/>
              <a:t>25/10/2026</a:t>
            </a:fld>
            <a:endParaRPr lang="en-PH"/>
          </a:p>
        </p:txBody>
      </p:sp>
      <p:sp>
        <p:nvSpPr>
          <p:cNvPr id="5" name="Footer Placeholder 4">
            <a:extLst>
              <a:ext uri="{FF2B5EF4-FFF2-40B4-BE49-F238E27FC236}">
                <a16:creationId xmlns:a16="http://schemas.microsoft.com/office/drawing/2014/main" id="{84A89106-2107-860C-E21C-CA30FFA79C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E9C6DC4A-FDCD-2C1C-1AB6-BB22F01C1E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393131-DFD7-4D29-96E8-B0F12899EBD5}" type="slidenum">
              <a:rPr lang="en-PH" smtClean="0"/>
              <a:t>‹#›</a:t>
            </a:fld>
            <a:endParaRPr lang="en-PH"/>
          </a:p>
        </p:txBody>
      </p:sp>
    </p:spTree>
    <p:extLst>
      <p:ext uri="{BB962C8B-B14F-4D97-AF65-F5344CB8AC3E}">
        <p14:creationId xmlns:p14="http://schemas.microsoft.com/office/powerpoint/2010/main" val="3670723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81E15-C3B0-2548-34A9-6424F220E840}"/>
              </a:ext>
            </a:extLst>
          </p:cNvPr>
          <p:cNvSpPr>
            <a:spLocks noGrp="1"/>
          </p:cNvSpPr>
          <p:nvPr>
            <p:ph type="ctrTitle"/>
          </p:nvPr>
        </p:nvSpPr>
        <p:spPr>
          <a:xfrm>
            <a:off x="645305" y="490305"/>
            <a:ext cx="10765135" cy="301450"/>
          </a:xfrm>
        </p:spPr>
        <p:txBody>
          <a:bodyPr>
            <a:noAutofit/>
          </a:bodyPr>
          <a:lstStyle/>
          <a:p>
            <a:r>
              <a:rPr lang="en-US" sz="2400" dirty="0">
                <a:solidFill>
                  <a:schemeClr val="accent4"/>
                </a:solidFill>
                <a:latin typeface="Cambria Math" panose="02040503050406030204" pitchFamily="18" charset="0"/>
                <a:ea typeface="Cambria Math" panose="02040503050406030204" pitchFamily="18" charset="0"/>
              </a:rPr>
              <a:t>Unit 3:Socializing with Others and Citizenship</a:t>
            </a:r>
            <a:endParaRPr lang="en-PH" sz="2400" dirty="0">
              <a:solidFill>
                <a:schemeClr val="accent4"/>
              </a:solidFill>
              <a:latin typeface="Cambria Math" panose="02040503050406030204" pitchFamily="18" charset="0"/>
              <a:ea typeface="Cambria Math" panose="02040503050406030204" pitchFamily="18" charset="0"/>
            </a:endParaRPr>
          </a:p>
        </p:txBody>
      </p:sp>
      <p:sp>
        <p:nvSpPr>
          <p:cNvPr id="3" name="Subtitle 2">
            <a:extLst>
              <a:ext uri="{FF2B5EF4-FFF2-40B4-BE49-F238E27FC236}">
                <a16:creationId xmlns:a16="http://schemas.microsoft.com/office/drawing/2014/main" id="{10C564D2-72CA-726E-65CF-730D9411A1EA}"/>
              </a:ext>
            </a:extLst>
          </p:cNvPr>
          <p:cNvSpPr>
            <a:spLocks noGrp="1"/>
          </p:cNvSpPr>
          <p:nvPr>
            <p:ph type="subTitle" idx="1"/>
          </p:nvPr>
        </p:nvSpPr>
        <p:spPr>
          <a:xfrm>
            <a:off x="0" y="4070983"/>
            <a:ext cx="8642839" cy="1607735"/>
          </a:xfrm>
        </p:spPr>
        <p:txBody>
          <a:bodyPr>
            <a:noAutofit/>
          </a:bodyPr>
          <a:lstStyle/>
          <a:p>
            <a:pPr marL="342900" indent="-342900" algn="l">
              <a:buFont typeface="Wingdings" panose="05000000000000000000" pitchFamily="2" charset="2"/>
              <a:buChar char="q"/>
            </a:pPr>
            <a:r>
              <a:rPr lang="en-US" sz="3200" dirty="0"/>
              <a:t>Helping others in need</a:t>
            </a:r>
          </a:p>
          <a:p>
            <a:pPr marL="342900" indent="-342900" algn="l">
              <a:buFont typeface="Wingdings" panose="05000000000000000000" pitchFamily="2" charset="2"/>
              <a:buChar char="q"/>
            </a:pPr>
            <a:r>
              <a:rPr lang="en-US" sz="3200" dirty="0"/>
              <a:t>Steps in problem solving</a:t>
            </a:r>
          </a:p>
          <a:p>
            <a:pPr marL="342900" indent="-342900" algn="l">
              <a:buFont typeface="Wingdings" panose="05000000000000000000" pitchFamily="2" charset="2"/>
              <a:buChar char="q"/>
            </a:pPr>
            <a:r>
              <a:rPr lang="en-US" sz="3200" dirty="0"/>
              <a:t>Patience Grows as We Serve Others</a:t>
            </a:r>
            <a:endParaRPr lang="en-PH" sz="3200" dirty="0"/>
          </a:p>
        </p:txBody>
      </p:sp>
      <p:sp>
        <p:nvSpPr>
          <p:cNvPr id="4" name="TextBox 3">
            <a:extLst>
              <a:ext uri="{FF2B5EF4-FFF2-40B4-BE49-F238E27FC236}">
                <a16:creationId xmlns:a16="http://schemas.microsoft.com/office/drawing/2014/main" id="{81F44BC6-1A16-D3C3-EE1C-B90CE844E63D}"/>
              </a:ext>
            </a:extLst>
          </p:cNvPr>
          <p:cNvSpPr txBox="1"/>
          <p:nvPr/>
        </p:nvSpPr>
        <p:spPr>
          <a:xfrm>
            <a:off x="117616" y="1423236"/>
            <a:ext cx="6137031" cy="1938992"/>
          </a:xfrm>
          <a:prstGeom prst="rect">
            <a:avLst/>
          </a:prstGeom>
          <a:noFill/>
        </p:spPr>
        <p:txBody>
          <a:bodyPr wrap="square" rtlCol="0">
            <a:spAutoFit/>
          </a:bodyPr>
          <a:lstStyle/>
          <a:p>
            <a:r>
              <a:rPr lang="en-US" sz="6000" dirty="0">
                <a:latin typeface="Comic Sans MS" panose="030F0702030302020204" pitchFamily="66" charset="0"/>
              </a:rPr>
              <a:t>Helping Others with Patience</a:t>
            </a:r>
            <a:endParaRPr lang="en-PH" sz="6000" dirty="0">
              <a:latin typeface="Comic Sans MS" panose="030F0702030302020204" pitchFamily="66" charset="0"/>
            </a:endParaRPr>
          </a:p>
        </p:txBody>
      </p:sp>
      <p:sp>
        <p:nvSpPr>
          <p:cNvPr id="6" name="TextBox 5">
            <a:extLst>
              <a:ext uri="{FF2B5EF4-FFF2-40B4-BE49-F238E27FC236}">
                <a16:creationId xmlns:a16="http://schemas.microsoft.com/office/drawing/2014/main" id="{2D9878FA-F6B8-8B21-DAC1-A3B54CC922D7}"/>
              </a:ext>
            </a:extLst>
          </p:cNvPr>
          <p:cNvSpPr txBox="1"/>
          <p:nvPr/>
        </p:nvSpPr>
        <p:spPr>
          <a:xfrm>
            <a:off x="117616" y="6115775"/>
            <a:ext cx="6055743" cy="369332"/>
          </a:xfrm>
          <a:prstGeom prst="rect">
            <a:avLst/>
          </a:prstGeom>
          <a:noFill/>
        </p:spPr>
        <p:txBody>
          <a:bodyPr wrap="square" rtlCol="0">
            <a:spAutoFit/>
          </a:bodyPr>
          <a:lstStyle/>
          <a:p>
            <a:r>
              <a:rPr lang="en-US" dirty="0"/>
              <a:t>A lesson about empathy, listening, and patience</a:t>
            </a:r>
            <a:endParaRPr lang="en-PH" dirty="0"/>
          </a:p>
        </p:txBody>
      </p:sp>
      <p:sp>
        <p:nvSpPr>
          <p:cNvPr id="11" name="TextBox 10">
            <a:extLst>
              <a:ext uri="{FF2B5EF4-FFF2-40B4-BE49-F238E27FC236}">
                <a16:creationId xmlns:a16="http://schemas.microsoft.com/office/drawing/2014/main" id="{3E1EB241-E00E-ADA8-E5B1-ADFB58236A60}"/>
              </a:ext>
            </a:extLst>
          </p:cNvPr>
          <p:cNvSpPr txBox="1"/>
          <p:nvPr/>
        </p:nvSpPr>
        <p:spPr>
          <a:xfrm>
            <a:off x="11270111" y="6115775"/>
            <a:ext cx="465826" cy="369332"/>
          </a:xfrm>
          <a:prstGeom prst="rect">
            <a:avLst/>
          </a:prstGeom>
          <a:noFill/>
        </p:spPr>
        <p:txBody>
          <a:bodyPr wrap="square" rtlCol="0">
            <a:spAutoFit/>
          </a:bodyPr>
          <a:lstStyle/>
          <a:p>
            <a:r>
              <a:rPr lang="en-US" dirty="0">
                <a:solidFill>
                  <a:schemeClr val="tx2">
                    <a:lumMod val="40000"/>
                    <a:lumOff val="60000"/>
                  </a:schemeClr>
                </a:solidFill>
                <a:latin typeface="Algerian" panose="04020705040A02060702" pitchFamily="82" charset="0"/>
              </a:rPr>
              <a:t>01</a:t>
            </a:r>
            <a:endParaRPr lang="en-PH" dirty="0">
              <a:solidFill>
                <a:schemeClr val="tx2">
                  <a:lumMod val="40000"/>
                  <a:lumOff val="60000"/>
                </a:schemeClr>
              </a:solidFill>
              <a:latin typeface="Algerian" panose="04020705040A02060702" pitchFamily="82" charset="0"/>
            </a:endParaRPr>
          </a:p>
        </p:txBody>
      </p:sp>
      <p:sp>
        <p:nvSpPr>
          <p:cNvPr id="12" name="Oval 11">
            <a:extLst>
              <a:ext uri="{FF2B5EF4-FFF2-40B4-BE49-F238E27FC236}">
                <a16:creationId xmlns:a16="http://schemas.microsoft.com/office/drawing/2014/main" id="{30FBA725-BB94-DDE5-C9E9-371A4F8CD48E}"/>
              </a:ext>
            </a:extLst>
          </p:cNvPr>
          <p:cNvSpPr/>
          <p:nvPr/>
        </p:nvSpPr>
        <p:spPr>
          <a:xfrm>
            <a:off x="9059473" y="944867"/>
            <a:ext cx="1595886" cy="1607735"/>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4" name="Oval 13">
            <a:extLst>
              <a:ext uri="{FF2B5EF4-FFF2-40B4-BE49-F238E27FC236}">
                <a16:creationId xmlns:a16="http://schemas.microsoft.com/office/drawing/2014/main" id="{67416A16-C948-37D0-2759-38B57F470EAF}"/>
              </a:ext>
            </a:extLst>
          </p:cNvPr>
          <p:cNvSpPr/>
          <p:nvPr/>
        </p:nvSpPr>
        <p:spPr>
          <a:xfrm>
            <a:off x="10260130" y="1661187"/>
            <a:ext cx="701915" cy="720076"/>
          </a:xfrm>
          <a:prstGeom prst="ellips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Oval 17">
            <a:extLst>
              <a:ext uri="{FF2B5EF4-FFF2-40B4-BE49-F238E27FC236}">
                <a16:creationId xmlns:a16="http://schemas.microsoft.com/office/drawing/2014/main" id="{EE54E584-164B-FE3E-F696-FED327ED668F}"/>
              </a:ext>
            </a:extLst>
          </p:cNvPr>
          <p:cNvSpPr/>
          <p:nvPr/>
        </p:nvSpPr>
        <p:spPr>
          <a:xfrm>
            <a:off x="7830807" y="2809172"/>
            <a:ext cx="640214" cy="619828"/>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9" name="Oval 18">
            <a:extLst>
              <a:ext uri="{FF2B5EF4-FFF2-40B4-BE49-F238E27FC236}">
                <a16:creationId xmlns:a16="http://schemas.microsoft.com/office/drawing/2014/main" id="{B0E343D5-CE28-3B6B-FC7D-1D1F7FC2349F}"/>
              </a:ext>
            </a:extLst>
          </p:cNvPr>
          <p:cNvSpPr/>
          <p:nvPr/>
        </p:nvSpPr>
        <p:spPr>
          <a:xfrm>
            <a:off x="9657348" y="3656231"/>
            <a:ext cx="763361" cy="82950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0" name="Oval 19">
            <a:extLst>
              <a:ext uri="{FF2B5EF4-FFF2-40B4-BE49-F238E27FC236}">
                <a16:creationId xmlns:a16="http://schemas.microsoft.com/office/drawing/2014/main" id="{656CC42F-3C13-1AA6-CACE-BC0C395E5D04}"/>
              </a:ext>
            </a:extLst>
          </p:cNvPr>
          <p:cNvSpPr/>
          <p:nvPr/>
        </p:nvSpPr>
        <p:spPr>
          <a:xfrm>
            <a:off x="10039028" y="4218318"/>
            <a:ext cx="763361" cy="82950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1" name="Oval 20">
            <a:extLst>
              <a:ext uri="{FF2B5EF4-FFF2-40B4-BE49-F238E27FC236}">
                <a16:creationId xmlns:a16="http://schemas.microsoft.com/office/drawing/2014/main" id="{1150AD4E-7B2A-A2FB-3AD8-F0BCC96ABB30}"/>
              </a:ext>
            </a:extLst>
          </p:cNvPr>
          <p:cNvSpPr/>
          <p:nvPr/>
        </p:nvSpPr>
        <p:spPr>
          <a:xfrm>
            <a:off x="9506459" y="625130"/>
            <a:ext cx="701914" cy="720076"/>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2" name="Oval 21">
            <a:extLst>
              <a:ext uri="{FF2B5EF4-FFF2-40B4-BE49-F238E27FC236}">
                <a16:creationId xmlns:a16="http://schemas.microsoft.com/office/drawing/2014/main" id="{A7E13363-1D52-B04E-44FF-1D5784B9B226}"/>
              </a:ext>
            </a:extLst>
          </p:cNvPr>
          <p:cNvSpPr/>
          <p:nvPr/>
        </p:nvSpPr>
        <p:spPr>
          <a:xfrm>
            <a:off x="8708515" y="1487773"/>
            <a:ext cx="701915" cy="720076"/>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3697679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41415-6B66-DF19-991B-A23E2410D55C}"/>
              </a:ext>
            </a:extLst>
          </p:cNvPr>
          <p:cNvSpPr>
            <a:spLocks noGrp="1"/>
          </p:cNvSpPr>
          <p:nvPr>
            <p:ph type="title"/>
          </p:nvPr>
        </p:nvSpPr>
        <p:spPr>
          <a:xfrm>
            <a:off x="337930" y="724245"/>
            <a:ext cx="11516139" cy="5409510"/>
          </a:xfrm>
        </p:spPr>
        <p:txBody>
          <a:bodyPr>
            <a:normAutofit/>
          </a:bodyPr>
          <a:lstStyle/>
          <a:p>
            <a:pPr algn="ctr"/>
            <a:r>
              <a:rPr lang="en-US" sz="8000" dirty="0">
                <a:latin typeface="Comic Sans MS" panose="030F0702030302020204" pitchFamily="66" charset="0"/>
              </a:rPr>
              <a:t>OPENING ACTIVITY</a:t>
            </a:r>
            <a:endParaRPr lang="en-PH" sz="8000" dirty="0">
              <a:latin typeface="Comic Sans MS" panose="030F0702030302020204" pitchFamily="66" charset="0"/>
            </a:endParaRPr>
          </a:p>
        </p:txBody>
      </p:sp>
      <p:sp>
        <p:nvSpPr>
          <p:cNvPr id="3" name="Content Placeholder 2">
            <a:extLst>
              <a:ext uri="{FF2B5EF4-FFF2-40B4-BE49-F238E27FC236}">
                <a16:creationId xmlns:a16="http://schemas.microsoft.com/office/drawing/2014/main" id="{BFAC5ECE-AC4A-B8A3-AC85-8FEBEFFD7D89}"/>
              </a:ext>
            </a:extLst>
          </p:cNvPr>
          <p:cNvSpPr>
            <a:spLocks noGrp="1"/>
          </p:cNvSpPr>
          <p:nvPr>
            <p:ph idx="1"/>
          </p:nvPr>
        </p:nvSpPr>
        <p:spPr>
          <a:xfrm flipH="1" flipV="1">
            <a:off x="-2179983" y="1789044"/>
            <a:ext cx="2179983" cy="135973"/>
          </a:xfrm>
        </p:spPr>
        <p:txBody>
          <a:bodyPr>
            <a:normAutofit fontScale="25000" lnSpcReduction="20000"/>
          </a:bodyPr>
          <a:lstStyle/>
          <a:p>
            <a:endParaRPr lang="en-PH" dirty="0"/>
          </a:p>
        </p:txBody>
      </p:sp>
    </p:spTree>
    <p:extLst>
      <p:ext uri="{BB962C8B-B14F-4D97-AF65-F5344CB8AC3E}">
        <p14:creationId xmlns:p14="http://schemas.microsoft.com/office/powerpoint/2010/main" val="3332524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effectLst/>
      </p:bgPr>
    </p:bg>
    <p:spTree>
      <p:nvGrpSpPr>
        <p:cNvPr id="1" name="">
          <a:extLst>
            <a:ext uri="{FF2B5EF4-FFF2-40B4-BE49-F238E27FC236}">
              <a16:creationId xmlns:a16="http://schemas.microsoft.com/office/drawing/2014/main" id="{6BA0116A-E0FD-22A6-680A-86B1121D0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8FAED8-383F-77D3-1D42-59A82B9D9E8A}"/>
              </a:ext>
            </a:extLst>
          </p:cNvPr>
          <p:cNvSpPr>
            <a:spLocks noGrp="1"/>
          </p:cNvSpPr>
          <p:nvPr>
            <p:ph type="title"/>
          </p:nvPr>
        </p:nvSpPr>
        <p:spPr>
          <a:xfrm>
            <a:off x="337930" y="724245"/>
            <a:ext cx="11516139" cy="5409510"/>
          </a:xfrm>
        </p:spPr>
        <p:txBody>
          <a:bodyPr>
            <a:normAutofit/>
          </a:bodyPr>
          <a:lstStyle/>
          <a:p>
            <a:pPr algn="ctr"/>
            <a:r>
              <a:rPr lang="en-PH" sz="8000" dirty="0">
                <a:latin typeface="Comic Sans MS" panose="030F0702030302020204" pitchFamily="66" charset="0"/>
              </a:rPr>
              <a:t>UNSCRAMBLE THE WORDS</a:t>
            </a:r>
          </a:p>
        </p:txBody>
      </p:sp>
      <p:sp>
        <p:nvSpPr>
          <p:cNvPr id="3" name="Content Placeholder 2">
            <a:extLst>
              <a:ext uri="{FF2B5EF4-FFF2-40B4-BE49-F238E27FC236}">
                <a16:creationId xmlns:a16="http://schemas.microsoft.com/office/drawing/2014/main" id="{3442F155-B530-577C-678C-D3BB3782EE35}"/>
              </a:ext>
            </a:extLst>
          </p:cNvPr>
          <p:cNvSpPr>
            <a:spLocks noGrp="1"/>
          </p:cNvSpPr>
          <p:nvPr>
            <p:ph idx="1"/>
          </p:nvPr>
        </p:nvSpPr>
        <p:spPr>
          <a:xfrm flipH="1" flipV="1">
            <a:off x="-2179983" y="1789044"/>
            <a:ext cx="2179983" cy="135973"/>
          </a:xfrm>
        </p:spPr>
        <p:txBody>
          <a:bodyPr>
            <a:normAutofit fontScale="25000" lnSpcReduction="20000"/>
          </a:bodyPr>
          <a:lstStyle/>
          <a:p>
            <a:endParaRPr lang="en-PH" dirty="0"/>
          </a:p>
        </p:txBody>
      </p:sp>
    </p:spTree>
    <p:extLst>
      <p:ext uri="{BB962C8B-B14F-4D97-AF65-F5344CB8AC3E}">
        <p14:creationId xmlns:p14="http://schemas.microsoft.com/office/powerpoint/2010/main" val="605070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effectLst/>
      </p:bgPr>
    </p:bg>
    <p:spTree>
      <p:nvGrpSpPr>
        <p:cNvPr id="1" name="">
          <a:extLst>
            <a:ext uri="{FF2B5EF4-FFF2-40B4-BE49-F238E27FC236}">
              <a16:creationId xmlns:a16="http://schemas.microsoft.com/office/drawing/2014/main" id="{D8CE0035-A7D2-0B8A-65A7-80A6393684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6B673B-8B3D-086E-9D34-DE4CBB7DA176}"/>
              </a:ext>
            </a:extLst>
          </p:cNvPr>
          <p:cNvSpPr>
            <a:spLocks noGrp="1"/>
          </p:cNvSpPr>
          <p:nvPr>
            <p:ph type="title"/>
          </p:nvPr>
        </p:nvSpPr>
        <p:spPr>
          <a:xfrm>
            <a:off x="337930" y="724245"/>
            <a:ext cx="11516139" cy="5409510"/>
          </a:xfrm>
        </p:spPr>
        <p:txBody>
          <a:bodyPr>
            <a:normAutofit/>
          </a:bodyPr>
          <a:lstStyle/>
          <a:p>
            <a:pPr algn="ctr"/>
            <a:r>
              <a:rPr lang="en-PH" sz="8000" dirty="0">
                <a:latin typeface="Comic Sans MS" panose="030F0702030302020204" pitchFamily="66" charset="0"/>
              </a:rPr>
              <a:t>APTINECE</a:t>
            </a:r>
          </a:p>
        </p:txBody>
      </p:sp>
      <p:sp>
        <p:nvSpPr>
          <p:cNvPr id="3" name="Content Placeholder 2">
            <a:extLst>
              <a:ext uri="{FF2B5EF4-FFF2-40B4-BE49-F238E27FC236}">
                <a16:creationId xmlns:a16="http://schemas.microsoft.com/office/drawing/2014/main" id="{A88628E6-6F26-1501-D452-02DC3E757400}"/>
              </a:ext>
            </a:extLst>
          </p:cNvPr>
          <p:cNvSpPr>
            <a:spLocks noGrp="1"/>
          </p:cNvSpPr>
          <p:nvPr>
            <p:ph idx="1"/>
          </p:nvPr>
        </p:nvSpPr>
        <p:spPr>
          <a:xfrm flipH="1" flipV="1">
            <a:off x="-2179983" y="1789044"/>
            <a:ext cx="2179983" cy="135973"/>
          </a:xfrm>
        </p:spPr>
        <p:txBody>
          <a:bodyPr>
            <a:normAutofit fontScale="25000" lnSpcReduction="20000"/>
          </a:bodyPr>
          <a:lstStyle/>
          <a:p>
            <a:endParaRPr lang="en-PH" dirty="0"/>
          </a:p>
        </p:txBody>
      </p:sp>
    </p:spTree>
    <p:extLst>
      <p:ext uri="{BB962C8B-B14F-4D97-AF65-F5344CB8AC3E}">
        <p14:creationId xmlns:p14="http://schemas.microsoft.com/office/powerpoint/2010/main" val="4052336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effectLst/>
      </p:bgPr>
    </p:bg>
    <p:spTree>
      <p:nvGrpSpPr>
        <p:cNvPr id="1" name="">
          <a:extLst>
            <a:ext uri="{FF2B5EF4-FFF2-40B4-BE49-F238E27FC236}">
              <a16:creationId xmlns:a16="http://schemas.microsoft.com/office/drawing/2014/main" id="{3EC481A8-9148-33EA-ADEE-8D9582B527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0FFDAF-1A60-5A8E-03CE-487D499DF57F}"/>
              </a:ext>
            </a:extLst>
          </p:cNvPr>
          <p:cNvSpPr>
            <a:spLocks noGrp="1"/>
          </p:cNvSpPr>
          <p:nvPr>
            <p:ph type="title"/>
          </p:nvPr>
        </p:nvSpPr>
        <p:spPr>
          <a:xfrm>
            <a:off x="337930" y="724245"/>
            <a:ext cx="11516139" cy="5409510"/>
          </a:xfrm>
        </p:spPr>
        <p:txBody>
          <a:bodyPr>
            <a:normAutofit/>
          </a:bodyPr>
          <a:lstStyle/>
          <a:p>
            <a:pPr algn="ctr"/>
            <a:r>
              <a:rPr lang="en-PH" sz="8000" dirty="0">
                <a:latin typeface="Comic Sans MS" panose="030F0702030302020204" pitchFamily="66" charset="0"/>
              </a:rPr>
              <a:t>KPWUAA</a:t>
            </a:r>
          </a:p>
        </p:txBody>
      </p:sp>
      <p:sp>
        <p:nvSpPr>
          <p:cNvPr id="3" name="Content Placeholder 2">
            <a:extLst>
              <a:ext uri="{FF2B5EF4-FFF2-40B4-BE49-F238E27FC236}">
                <a16:creationId xmlns:a16="http://schemas.microsoft.com/office/drawing/2014/main" id="{E57308FB-3180-9A20-F0BA-C7F58B2EC74B}"/>
              </a:ext>
            </a:extLst>
          </p:cNvPr>
          <p:cNvSpPr>
            <a:spLocks noGrp="1"/>
          </p:cNvSpPr>
          <p:nvPr>
            <p:ph idx="1"/>
          </p:nvPr>
        </p:nvSpPr>
        <p:spPr>
          <a:xfrm flipH="1" flipV="1">
            <a:off x="-2179983" y="1789044"/>
            <a:ext cx="2179983" cy="135973"/>
          </a:xfrm>
        </p:spPr>
        <p:txBody>
          <a:bodyPr>
            <a:normAutofit fontScale="25000" lnSpcReduction="20000"/>
          </a:bodyPr>
          <a:lstStyle/>
          <a:p>
            <a:endParaRPr lang="en-PH" dirty="0"/>
          </a:p>
        </p:txBody>
      </p:sp>
    </p:spTree>
    <p:extLst>
      <p:ext uri="{BB962C8B-B14F-4D97-AF65-F5344CB8AC3E}">
        <p14:creationId xmlns:p14="http://schemas.microsoft.com/office/powerpoint/2010/main" val="1014513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effectLst/>
      </p:bgPr>
    </p:bg>
    <p:spTree>
      <p:nvGrpSpPr>
        <p:cNvPr id="1" name="">
          <a:extLst>
            <a:ext uri="{FF2B5EF4-FFF2-40B4-BE49-F238E27FC236}">
              <a16:creationId xmlns:a16="http://schemas.microsoft.com/office/drawing/2014/main" id="{2959FC14-BBDA-ECC6-8C5A-F52E4B4301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87F818-F9CE-F45A-F2D5-F96FAC35F8F6}"/>
              </a:ext>
            </a:extLst>
          </p:cNvPr>
          <p:cNvSpPr>
            <a:spLocks noGrp="1"/>
          </p:cNvSpPr>
          <p:nvPr>
            <p:ph type="title"/>
          </p:nvPr>
        </p:nvSpPr>
        <p:spPr>
          <a:xfrm>
            <a:off x="337930" y="724245"/>
            <a:ext cx="11516139" cy="5409510"/>
          </a:xfrm>
        </p:spPr>
        <p:txBody>
          <a:bodyPr>
            <a:normAutofit/>
          </a:bodyPr>
          <a:lstStyle/>
          <a:p>
            <a:pPr algn="ctr"/>
            <a:r>
              <a:rPr lang="en-PH" sz="8000" dirty="0">
                <a:latin typeface="Comic Sans MS" panose="030F0702030302020204" pitchFamily="66" charset="0"/>
              </a:rPr>
              <a:t>UMUSTKA</a:t>
            </a:r>
          </a:p>
        </p:txBody>
      </p:sp>
      <p:sp>
        <p:nvSpPr>
          <p:cNvPr id="3" name="Content Placeholder 2">
            <a:extLst>
              <a:ext uri="{FF2B5EF4-FFF2-40B4-BE49-F238E27FC236}">
                <a16:creationId xmlns:a16="http://schemas.microsoft.com/office/drawing/2014/main" id="{0C2637F9-CF36-130D-809C-D3F5B8AB58FB}"/>
              </a:ext>
            </a:extLst>
          </p:cNvPr>
          <p:cNvSpPr>
            <a:spLocks noGrp="1"/>
          </p:cNvSpPr>
          <p:nvPr>
            <p:ph idx="1"/>
          </p:nvPr>
        </p:nvSpPr>
        <p:spPr>
          <a:xfrm flipH="1" flipV="1">
            <a:off x="-2179983" y="1789044"/>
            <a:ext cx="2179983" cy="135973"/>
          </a:xfrm>
        </p:spPr>
        <p:txBody>
          <a:bodyPr>
            <a:normAutofit fontScale="25000" lnSpcReduction="20000"/>
          </a:bodyPr>
          <a:lstStyle/>
          <a:p>
            <a:endParaRPr lang="en-PH" dirty="0"/>
          </a:p>
        </p:txBody>
      </p:sp>
    </p:spTree>
    <p:extLst>
      <p:ext uri="{BB962C8B-B14F-4D97-AF65-F5344CB8AC3E}">
        <p14:creationId xmlns:p14="http://schemas.microsoft.com/office/powerpoint/2010/main" val="944868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effectLst/>
      </p:bgPr>
    </p:bg>
    <p:spTree>
      <p:nvGrpSpPr>
        <p:cNvPr id="1" name="">
          <a:extLst>
            <a:ext uri="{FF2B5EF4-FFF2-40B4-BE49-F238E27FC236}">
              <a16:creationId xmlns:a16="http://schemas.microsoft.com/office/drawing/2014/main" id="{0A8C207C-7C3F-A3D9-645F-BC8F09698F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29B5D7-6F92-172F-24E2-8B06AACE19F2}"/>
              </a:ext>
            </a:extLst>
          </p:cNvPr>
          <p:cNvSpPr>
            <a:spLocks noGrp="1"/>
          </p:cNvSpPr>
          <p:nvPr>
            <p:ph type="title"/>
          </p:nvPr>
        </p:nvSpPr>
        <p:spPr>
          <a:xfrm>
            <a:off x="337930" y="724245"/>
            <a:ext cx="11516139" cy="5409510"/>
          </a:xfrm>
        </p:spPr>
        <p:txBody>
          <a:bodyPr>
            <a:normAutofit/>
          </a:bodyPr>
          <a:lstStyle/>
          <a:p>
            <a:pPr algn="ctr"/>
            <a:r>
              <a:rPr lang="en-PH" sz="8000" dirty="0">
                <a:latin typeface="Comic Sans MS" panose="030F0702030302020204" pitchFamily="66" charset="0"/>
              </a:rPr>
              <a:t>LPOBEMR-SVINOLG</a:t>
            </a:r>
          </a:p>
        </p:txBody>
      </p:sp>
      <p:sp>
        <p:nvSpPr>
          <p:cNvPr id="3" name="Content Placeholder 2">
            <a:extLst>
              <a:ext uri="{FF2B5EF4-FFF2-40B4-BE49-F238E27FC236}">
                <a16:creationId xmlns:a16="http://schemas.microsoft.com/office/drawing/2014/main" id="{0AE2C0C9-1D81-48B1-7A2B-DDC5FE4252F0}"/>
              </a:ext>
            </a:extLst>
          </p:cNvPr>
          <p:cNvSpPr>
            <a:spLocks noGrp="1"/>
          </p:cNvSpPr>
          <p:nvPr>
            <p:ph idx="1"/>
          </p:nvPr>
        </p:nvSpPr>
        <p:spPr>
          <a:xfrm flipH="1" flipV="1">
            <a:off x="-2179983" y="1789044"/>
            <a:ext cx="2179983" cy="135973"/>
          </a:xfrm>
        </p:spPr>
        <p:txBody>
          <a:bodyPr>
            <a:normAutofit fontScale="25000" lnSpcReduction="20000"/>
          </a:bodyPr>
          <a:lstStyle/>
          <a:p>
            <a:endParaRPr lang="en-PH" dirty="0"/>
          </a:p>
        </p:txBody>
      </p:sp>
    </p:spTree>
    <p:extLst>
      <p:ext uri="{BB962C8B-B14F-4D97-AF65-F5344CB8AC3E}">
        <p14:creationId xmlns:p14="http://schemas.microsoft.com/office/powerpoint/2010/main" val="4070026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effectLst/>
      </p:bgPr>
    </p:bg>
    <p:spTree>
      <p:nvGrpSpPr>
        <p:cNvPr id="1" name="">
          <a:extLst>
            <a:ext uri="{FF2B5EF4-FFF2-40B4-BE49-F238E27FC236}">
              <a16:creationId xmlns:a16="http://schemas.microsoft.com/office/drawing/2014/main" id="{D9D5BF72-D241-6F7D-1571-0592DF707A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5363F8-C8B9-3555-2429-25156ADB12C6}"/>
              </a:ext>
            </a:extLst>
          </p:cNvPr>
          <p:cNvSpPr>
            <a:spLocks noGrp="1"/>
          </p:cNvSpPr>
          <p:nvPr>
            <p:ph type="title"/>
          </p:nvPr>
        </p:nvSpPr>
        <p:spPr>
          <a:xfrm>
            <a:off x="337930" y="724245"/>
            <a:ext cx="11516139" cy="5409510"/>
          </a:xfrm>
        </p:spPr>
        <p:txBody>
          <a:bodyPr>
            <a:normAutofit/>
          </a:bodyPr>
          <a:lstStyle/>
          <a:p>
            <a:pPr algn="ctr"/>
            <a:r>
              <a:rPr lang="en-PH" sz="8000" dirty="0">
                <a:latin typeface="Comic Sans MS" panose="030F0702030302020204" pitchFamily="66" charset="0"/>
              </a:rPr>
              <a:t>LSITNNIEG</a:t>
            </a:r>
          </a:p>
        </p:txBody>
      </p:sp>
      <p:sp>
        <p:nvSpPr>
          <p:cNvPr id="3" name="Content Placeholder 2">
            <a:extLst>
              <a:ext uri="{FF2B5EF4-FFF2-40B4-BE49-F238E27FC236}">
                <a16:creationId xmlns:a16="http://schemas.microsoft.com/office/drawing/2014/main" id="{3D63D861-7AA6-3BD6-D281-15A4FD5925F5}"/>
              </a:ext>
            </a:extLst>
          </p:cNvPr>
          <p:cNvSpPr>
            <a:spLocks noGrp="1"/>
          </p:cNvSpPr>
          <p:nvPr>
            <p:ph idx="1"/>
          </p:nvPr>
        </p:nvSpPr>
        <p:spPr>
          <a:xfrm flipH="1" flipV="1">
            <a:off x="-2179983" y="1789044"/>
            <a:ext cx="2179983" cy="135973"/>
          </a:xfrm>
        </p:spPr>
        <p:txBody>
          <a:bodyPr>
            <a:normAutofit fontScale="25000" lnSpcReduction="20000"/>
          </a:bodyPr>
          <a:lstStyle/>
          <a:p>
            <a:endParaRPr lang="en-PH" dirty="0"/>
          </a:p>
        </p:txBody>
      </p:sp>
    </p:spTree>
    <p:extLst>
      <p:ext uri="{BB962C8B-B14F-4D97-AF65-F5344CB8AC3E}">
        <p14:creationId xmlns:p14="http://schemas.microsoft.com/office/powerpoint/2010/main" val="2137553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effectLst/>
      </p:bgPr>
    </p:bg>
    <p:spTree>
      <p:nvGrpSpPr>
        <p:cNvPr id="1" name="">
          <a:extLst>
            <a:ext uri="{FF2B5EF4-FFF2-40B4-BE49-F238E27FC236}">
              <a16:creationId xmlns:a16="http://schemas.microsoft.com/office/drawing/2014/main" id="{9CEE4EA1-4D96-FD34-4893-9A55D64AA6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A96693-0B17-D37C-6908-2EF6E4355034}"/>
              </a:ext>
            </a:extLst>
          </p:cNvPr>
          <p:cNvSpPr>
            <a:spLocks noGrp="1"/>
          </p:cNvSpPr>
          <p:nvPr>
            <p:ph type="title"/>
          </p:nvPr>
        </p:nvSpPr>
        <p:spPr>
          <a:xfrm>
            <a:off x="337930" y="724245"/>
            <a:ext cx="11516139" cy="5409510"/>
          </a:xfrm>
        </p:spPr>
        <p:txBody>
          <a:bodyPr>
            <a:normAutofit/>
          </a:bodyPr>
          <a:lstStyle/>
          <a:p>
            <a:pPr algn="ctr"/>
            <a:r>
              <a:rPr lang="en-PH" sz="8000" dirty="0">
                <a:latin typeface="Comic Sans MS" panose="030F0702030302020204" pitchFamily="66" charset="0"/>
              </a:rPr>
              <a:t>AREC</a:t>
            </a:r>
          </a:p>
        </p:txBody>
      </p:sp>
      <p:sp>
        <p:nvSpPr>
          <p:cNvPr id="3" name="Content Placeholder 2">
            <a:extLst>
              <a:ext uri="{FF2B5EF4-FFF2-40B4-BE49-F238E27FC236}">
                <a16:creationId xmlns:a16="http://schemas.microsoft.com/office/drawing/2014/main" id="{B18A4FC8-BBDA-DA2C-4565-0B2B362D0607}"/>
              </a:ext>
            </a:extLst>
          </p:cNvPr>
          <p:cNvSpPr>
            <a:spLocks noGrp="1"/>
          </p:cNvSpPr>
          <p:nvPr>
            <p:ph idx="1"/>
          </p:nvPr>
        </p:nvSpPr>
        <p:spPr>
          <a:xfrm flipH="1" flipV="1">
            <a:off x="-2179983" y="1789044"/>
            <a:ext cx="2179983" cy="135973"/>
          </a:xfrm>
        </p:spPr>
        <p:txBody>
          <a:bodyPr>
            <a:normAutofit fontScale="25000" lnSpcReduction="20000"/>
          </a:bodyPr>
          <a:lstStyle/>
          <a:p>
            <a:endParaRPr lang="en-PH" dirty="0"/>
          </a:p>
        </p:txBody>
      </p:sp>
    </p:spTree>
    <p:extLst>
      <p:ext uri="{BB962C8B-B14F-4D97-AF65-F5344CB8AC3E}">
        <p14:creationId xmlns:p14="http://schemas.microsoft.com/office/powerpoint/2010/main" val="456797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effectLst/>
      </p:bgPr>
    </p:bg>
    <p:spTree>
      <p:nvGrpSpPr>
        <p:cNvPr id="1" name="">
          <a:extLst>
            <a:ext uri="{FF2B5EF4-FFF2-40B4-BE49-F238E27FC236}">
              <a16:creationId xmlns:a16="http://schemas.microsoft.com/office/drawing/2014/main" id="{F0878BDE-8730-820E-DFF4-A058731039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7C774C-8F85-5E24-62E5-525205B33691}"/>
              </a:ext>
            </a:extLst>
          </p:cNvPr>
          <p:cNvSpPr>
            <a:spLocks noGrp="1"/>
          </p:cNvSpPr>
          <p:nvPr>
            <p:ph type="title"/>
          </p:nvPr>
        </p:nvSpPr>
        <p:spPr>
          <a:xfrm>
            <a:off x="337930" y="724245"/>
            <a:ext cx="11516139" cy="5409510"/>
          </a:xfrm>
        </p:spPr>
        <p:txBody>
          <a:bodyPr>
            <a:normAutofit/>
          </a:bodyPr>
          <a:lstStyle/>
          <a:p>
            <a:pPr algn="ctr"/>
            <a:r>
              <a:rPr lang="en-PH" sz="8000" dirty="0">
                <a:latin typeface="Comic Sans MS" panose="030F0702030302020204" pitchFamily="66" charset="0"/>
              </a:rPr>
              <a:t>DACNGUIE</a:t>
            </a:r>
          </a:p>
        </p:txBody>
      </p:sp>
      <p:sp>
        <p:nvSpPr>
          <p:cNvPr id="3" name="Content Placeholder 2">
            <a:extLst>
              <a:ext uri="{FF2B5EF4-FFF2-40B4-BE49-F238E27FC236}">
                <a16:creationId xmlns:a16="http://schemas.microsoft.com/office/drawing/2014/main" id="{0B2E3AD2-A883-8B69-EE8D-A391CDF43C7C}"/>
              </a:ext>
            </a:extLst>
          </p:cNvPr>
          <p:cNvSpPr>
            <a:spLocks noGrp="1"/>
          </p:cNvSpPr>
          <p:nvPr>
            <p:ph idx="1"/>
          </p:nvPr>
        </p:nvSpPr>
        <p:spPr>
          <a:xfrm flipH="1" flipV="1">
            <a:off x="-2179983" y="1789044"/>
            <a:ext cx="2179983" cy="135973"/>
          </a:xfrm>
        </p:spPr>
        <p:txBody>
          <a:bodyPr>
            <a:normAutofit fontScale="25000" lnSpcReduction="20000"/>
          </a:bodyPr>
          <a:lstStyle/>
          <a:p>
            <a:endParaRPr lang="en-PH" dirty="0"/>
          </a:p>
        </p:txBody>
      </p:sp>
    </p:spTree>
    <p:extLst>
      <p:ext uri="{BB962C8B-B14F-4D97-AF65-F5344CB8AC3E}">
        <p14:creationId xmlns:p14="http://schemas.microsoft.com/office/powerpoint/2010/main" val="2017243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11" name="Rectangle: Diagonal Corners Rounded 10">
            <a:extLst>
              <a:ext uri="{FF2B5EF4-FFF2-40B4-BE49-F238E27FC236}">
                <a16:creationId xmlns:a16="http://schemas.microsoft.com/office/drawing/2014/main" id="{E2D2FF3F-DC03-AE11-9F2D-DCBF82BD1F7F}"/>
              </a:ext>
            </a:extLst>
          </p:cNvPr>
          <p:cNvSpPr/>
          <p:nvPr/>
        </p:nvSpPr>
        <p:spPr>
          <a:xfrm>
            <a:off x="793625" y="3785037"/>
            <a:ext cx="10476481" cy="2216989"/>
          </a:xfrm>
          <a:prstGeom prst="round2Diag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0" name="Rectangle: Diagonal Corners Rounded 9">
            <a:extLst>
              <a:ext uri="{FF2B5EF4-FFF2-40B4-BE49-F238E27FC236}">
                <a16:creationId xmlns:a16="http://schemas.microsoft.com/office/drawing/2014/main" id="{E3E107E5-FB40-0BAE-7BC8-5D3CE79BBB61}"/>
              </a:ext>
            </a:extLst>
          </p:cNvPr>
          <p:cNvSpPr/>
          <p:nvPr/>
        </p:nvSpPr>
        <p:spPr>
          <a:xfrm>
            <a:off x="793630" y="1111828"/>
            <a:ext cx="10476481" cy="2216989"/>
          </a:xfrm>
          <a:prstGeom prst="round2Diag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Content Placeholder 5">
            <a:extLst>
              <a:ext uri="{FF2B5EF4-FFF2-40B4-BE49-F238E27FC236}">
                <a16:creationId xmlns:a16="http://schemas.microsoft.com/office/drawing/2014/main" id="{D0D8D6C1-DDA6-4441-56D9-7B745819EE22}"/>
              </a:ext>
            </a:extLst>
          </p:cNvPr>
          <p:cNvSpPr>
            <a:spLocks noGrp="1"/>
          </p:cNvSpPr>
          <p:nvPr>
            <p:ph idx="1"/>
          </p:nvPr>
        </p:nvSpPr>
        <p:spPr>
          <a:xfrm>
            <a:off x="1559070" y="1625099"/>
            <a:ext cx="8945593" cy="1319841"/>
          </a:xfrm>
        </p:spPr>
        <p:txBody>
          <a:bodyPr>
            <a:noAutofit/>
          </a:bodyPr>
          <a:lstStyle/>
          <a:p>
            <a:pPr marL="0" indent="0">
              <a:buNone/>
            </a:pPr>
            <a:r>
              <a:rPr lang="en-US" sz="4800" dirty="0">
                <a:latin typeface="Sans Serif Collection" panose="020B0502040504020204" pitchFamily="34" charset="0"/>
                <a:ea typeface="Sans Serif Collection" panose="020B0502040504020204" pitchFamily="34" charset="0"/>
                <a:cs typeface="Sans Serif Collection" panose="020B0502040504020204" pitchFamily="34" charset="0"/>
              </a:rPr>
              <a:t>1.How do you help people in the neighborhood?</a:t>
            </a:r>
            <a:endParaRPr lang="en-PH" sz="48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7" name="TextBox 6">
            <a:extLst>
              <a:ext uri="{FF2B5EF4-FFF2-40B4-BE49-F238E27FC236}">
                <a16:creationId xmlns:a16="http://schemas.microsoft.com/office/drawing/2014/main" id="{EA483F89-3F05-2238-00E0-962C1ABC4C7B}"/>
              </a:ext>
            </a:extLst>
          </p:cNvPr>
          <p:cNvSpPr txBox="1"/>
          <p:nvPr/>
        </p:nvSpPr>
        <p:spPr>
          <a:xfrm>
            <a:off x="11270111" y="6115775"/>
            <a:ext cx="465826" cy="369332"/>
          </a:xfrm>
          <a:prstGeom prst="rect">
            <a:avLst/>
          </a:prstGeom>
          <a:noFill/>
        </p:spPr>
        <p:txBody>
          <a:bodyPr wrap="square" rtlCol="0">
            <a:spAutoFit/>
          </a:bodyPr>
          <a:lstStyle/>
          <a:p>
            <a:r>
              <a:rPr lang="en-US" dirty="0">
                <a:solidFill>
                  <a:srgbClr val="002060"/>
                </a:solidFill>
                <a:latin typeface="Algerian" panose="04020705040A02060702" pitchFamily="82" charset="0"/>
              </a:rPr>
              <a:t>02</a:t>
            </a:r>
            <a:endParaRPr lang="en-PH" dirty="0">
              <a:solidFill>
                <a:srgbClr val="002060"/>
              </a:solidFill>
              <a:latin typeface="Algerian" panose="04020705040A02060702" pitchFamily="82" charset="0"/>
            </a:endParaRPr>
          </a:p>
        </p:txBody>
      </p:sp>
      <p:sp>
        <p:nvSpPr>
          <p:cNvPr id="8" name="Content Placeholder 5">
            <a:extLst>
              <a:ext uri="{FF2B5EF4-FFF2-40B4-BE49-F238E27FC236}">
                <a16:creationId xmlns:a16="http://schemas.microsoft.com/office/drawing/2014/main" id="{F2B59FDA-BC10-41DA-FB96-AAB27D184013}"/>
              </a:ext>
            </a:extLst>
          </p:cNvPr>
          <p:cNvSpPr txBox="1">
            <a:spLocks/>
          </p:cNvSpPr>
          <p:nvPr/>
        </p:nvSpPr>
        <p:spPr>
          <a:xfrm>
            <a:off x="1559070" y="4328503"/>
            <a:ext cx="8945593" cy="13198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800" dirty="0">
                <a:latin typeface="Sans Serif Collection" panose="020B0502040504020204" pitchFamily="34" charset="0"/>
                <a:ea typeface="Sans Serif Collection" panose="020B0502040504020204" pitchFamily="34" charset="0"/>
                <a:cs typeface="Sans Serif Collection" panose="020B0502040504020204" pitchFamily="34" charset="0"/>
              </a:rPr>
              <a:t>2.How do you help your friends?</a:t>
            </a:r>
            <a:endParaRPr lang="en-PH" sz="48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 name="Rectangle: Rounded Corners 8">
            <a:extLst>
              <a:ext uri="{FF2B5EF4-FFF2-40B4-BE49-F238E27FC236}">
                <a16:creationId xmlns:a16="http://schemas.microsoft.com/office/drawing/2014/main" id="{3C23AC02-7D9D-4833-AD2C-D58EA605BBA4}"/>
              </a:ext>
            </a:extLst>
          </p:cNvPr>
          <p:cNvSpPr/>
          <p:nvPr/>
        </p:nvSpPr>
        <p:spPr>
          <a:xfrm>
            <a:off x="370936" y="336430"/>
            <a:ext cx="4114800" cy="448570"/>
          </a:xfrm>
          <a:prstGeom prst="round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Quick Questions!</a:t>
            </a:r>
            <a:endParaRPr lang="en-PH" dirty="0"/>
          </a:p>
        </p:txBody>
      </p:sp>
    </p:spTree>
    <p:extLst>
      <p:ext uri="{BB962C8B-B14F-4D97-AF65-F5344CB8AC3E}">
        <p14:creationId xmlns:p14="http://schemas.microsoft.com/office/powerpoint/2010/main" val="70975525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A1F7FBDC-AAB3-4705-2C0E-3D13EA6FB8DA}"/>
              </a:ext>
            </a:extLst>
          </p:cNvPr>
          <p:cNvSpPr/>
          <p:nvPr/>
        </p:nvSpPr>
        <p:spPr>
          <a:xfrm>
            <a:off x="416560" y="2204720"/>
            <a:ext cx="11409680" cy="4288155"/>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 name="Title 1">
            <a:extLst>
              <a:ext uri="{FF2B5EF4-FFF2-40B4-BE49-F238E27FC236}">
                <a16:creationId xmlns:a16="http://schemas.microsoft.com/office/drawing/2014/main" id="{C36CCEED-6F60-2ABB-2A36-98A57616982D}"/>
              </a:ext>
            </a:extLst>
          </p:cNvPr>
          <p:cNvSpPr>
            <a:spLocks noGrp="1"/>
          </p:cNvSpPr>
          <p:nvPr>
            <p:ph type="title"/>
          </p:nvPr>
        </p:nvSpPr>
        <p:spPr>
          <a:xfrm>
            <a:off x="1442720" y="624673"/>
            <a:ext cx="10515600" cy="1325563"/>
          </a:xfrm>
        </p:spPr>
        <p:txBody>
          <a:bodyPr/>
          <a:lstStyle/>
          <a:p>
            <a:r>
              <a:rPr lang="en-US" dirty="0">
                <a:latin typeface="Sans Serif Collection" panose="020B0502040504020204" pitchFamily="34" charset="0"/>
                <a:ea typeface="Sans Serif Collection" panose="020B0502040504020204" pitchFamily="34" charset="0"/>
                <a:cs typeface="Sans Serif Collection" panose="020B0502040504020204" pitchFamily="34" charset="0"/>
              </a:rPr>
              <a:t>1.How do you help people in the neighborhood?</a:t>
            </a:r>
            <a:endParaRPr lang="en-PH"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6" name="Rectangle 3">
            <a:extLst>
              <a:ext uri="{FF2B5EF4-FFF2-40B4-BE49-F238E27FC236}">
                <a16:creationId xmlns:a16="http://schemas.microsoft.com/office/drawing/2014/main" id="{C9ACD20E-183B-7C42-0D4A-918FA6C2AC39}"/>
              </a:ext>
            </a:extLst>
          </p:cNvPr>
          <p:cNvSpPr>
            <a:spLocks noGrp="1" noChangeArrowheads="1"/>
          </p:cNvSpPr>
          <p:nvPr>
            <p:ph idx="1"/>
          </p:nvPr>
        </p:nvSpPr>
        <p:spPr bwMode="auto">
          <a:xfrm>
            <a:off x="965200" y="2713688"/>
            <a:ext cx="1035304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Get to know your neighbors.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Offer help to elderly neighbors who need assistance with simple errands.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Discuss concerns directly and respectfully.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Ask your parents for guidance when needed.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Prevent conflicts through proper communication.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If problems continue, seek help from an appropriate authority</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8" name="Rectangle 7">
            <a:extLst>
              <a:ext uri="{FF2B5EF4-FFF2-40B4-BE49-F238E27FC236}">
                <a16:creationId xmlns:a16="http://schemas.microsoft.com/office/drawing/2014/main" id="{5B8888F5-DC5B-ED55-3D1C-88E6A0D15480}"/>
              </a:ext>
            </a:extLst>
          </p:cNvPr>
          <p:cNvSpPr/>
          <p:nvPr/>
        </p:nvSpPr>
        <p:spPr>
          <a:xfrm>
            <a:off x="11074402" y="-188611"/>
            <a:ext cx="1280160" cy="1117600"/>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9" name="Rectangle 8">
            <a:extLst>
              <a:ext uri="{FF2B5EF4-FFF2-40B4-BE49-F238E27FC236}">
                <a16:creationId xmlns:a16="http://schemas.microsoft.com/office/drawing/2014/main" id="{544A7DCB-5D3A-4DEA-DF04-D6014F7156BE}"/>
              </a:ext>
            </a:extLst>
          </p:cNvPr>
          <p:cNvSpPr/>
          <p:nvPr/>
        </p:nvSpPr>
        <p:spPr>
          <a:xfrm>
            <a:off x="-274320" y="-188611"/>
            <a:ext cx="1280160" cy="1117600"/>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0" name="Rectangle 9">
            <a:extLst>
              <a:ext uri="{FF2B5EF4-FFF2-40B4-BE49-F238E27FC236}">
                <a16:creationId xmlns:a16="http://schemas.microsoft.com/office/drawing/2014/main" id="{9B8BFB9E-3D02-9392-C67B-1BA373832D8A}"/>
              </a:ext>
            </a:extLst>
          </p:cNvPr>
          <p:cNvSpPr/>
          <p:nvPr/>
        </p:nvSpPr>
        <p:spPr>
          <a:xfrm>
            <a:off x="11074402" y="6122352"/>
            <a:ext cx="1280160" cy="1117600"/>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1" name="Rectangle 10">
            <a:extLst>
              <a:ext uri="{FF2B5EF4-FFF2-40B4-BE49-F238E27FC236}">
                <a16:creationId xmlns:a16="http://schemas.microsoft.com/office/drawing/2014/main" id="{0B9D6C62-D1C0-4FB7-2DCC-71D966B48D6C}"/>
              </a:ext>
            </a:extLst>
          </p:cNvPr>
          <p:cNvSpPr/>
          <p:nvPr/>
        </p:nvSpPr>
        <p:spPr>
          <a:xfrm>
            <a:off x="-274320" y="6122352"/>
            <a:ext cx="1280160" cy="1117600"/>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3703067551"/>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a:extLst>
            <a:ext uri="{FF2B5EF4-FFF2-40B4-BE49-F238E27FC236}">
              <a16:creationId xmlns:a16="http://schemas.microsoft.com/office/drawing/2014/main" id="{8266F785-20DB-98EC-578D-BD69108F8B7E}"/>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859EAC46-DD71-B27A-4021-E45FC1111956}"/>
              </a:ext>
            </a:extLst>
          </p:cNvPr>
          <p:cNvSpPr/>
          <p:nvPr/>
        </p:nvSpPr>
        <p:spPr>
          <a:xfrm>
            <a:off x="391160" y="2237665"/>
            <a:ext cx="11409680" cy="4288155"/>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 name="Title 1">
            <a:extLst>
              <a:ext uri="{FF2B5EF4-FFF2-40B4-BE49-F238E27FC236}">
                <a16:creationId xmlns:a16="http://schemas.microsoft.com/office/drawing/2014/main" id="{78AE5DC9-EFD4-ECE6-B903-21D34AD7916D}"/>
              </a:ext>
            </a:extLst>
          </p:cNvPr>
          <p:cNvSpPr>
            <a:spLocks noGrp="1"/>
          </p:cNvSpPr>
          <p:nvPr>
            <p:ph type="title"/>
          </p:nvPr>
        </p:nvSpPr>
        <p:spPr>
          <a:xfrm>
            <a:off x="1442720" y="623274"/>
            <a:ext cx="10515600" cy="1325563"/>
          </a:xfrm>
        </p:spPr>
        <p:txBody>
          <a:bodyPr/>
          <a:lstStyle/>
          <a:p>
            <a:r>
              <a:rPr lang="en-US" dirty="0">
                <a:latin typeface="Sans Serif Collection" panose="020B0502040504020204" pitchFamily="34" charset="0"/>
                <a:ea typeface="Sans Serif Collection" panose="020B0502040504020204" pitchFamily="34" charset="0"/>
                <a:cs typeface="Sans Serif Collection" panose="020B0502040504020204" pitchFamily="34" charset="0"/>
              </a:rPr>
              <a:t>2.How do you help your friends?</a:t>
            </a:r>
            <a:endParaRPr lang="en-PH"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8" name="Rectangle 7">
            <a:extLst>
              <a:ext uri="{FF2B5EF4-FFF2-40B4-BE49-F238E27FC236}">
                <a16:creationId xmlns:a16="http://schemas.microsoft.com/office/drawing/2014/main" id="{9B1BD920-5D2A-51D5-A4DD-FE89AD82D08D}"/>
              </a:ext>
            </a:extLst>
          </p:cNvPr>
          <p:cNvSpPr/>
          <p:nvPr/>
        </p:nvSpPr>
        <p:spPr>
          <a:xfrm>
            <a:off x="11074402" y="-188611"/>
            <a:ext cx="1280160" cy="1117600"/>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9" name="Rectangle 8">
            <a:extLst>
              <a:ext uri="{FF2B5EF4-FFF2-40B4-BE49-F238E27FC236}">
                <a16:creationId xmlns:a16="http://schemas.microsoft.com/office/drawing/2014/main" id="{3B8447DE-F433-ED17-8642-2A61ABF724CE}"/>
              </a:ext>
            </a:extLst>
          </p:cNvPr>
          <p:cNvSpPr/>
          <p:nvPr/>
        </p:nvSpPr>
        <p:spPr>
          <a:xfrm>
            <a:off x="-274320" y="-188611"/>
            <a:ext cx="1280160" cy="1117600"/>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0" name="Rectangle 9">
            <a:extLst>
              <a:ext uri="{FF2B5EF4-FFF2-40B4-BE49-F238E27FC236}">
                <a16:creationId xmlns:a16="http://schemas.microsoft.com/office/drawing/2014/main" id="{E749E0A3-B7B9-9380-D5FA-182CB4BEC73B}"/>
              </a:ext>
            </a:extLst>
          </p:cNvPr>
          <p:cNvSpPr/>
          <p:nvPr/>
        </p:nvSpPr>
        <p:spPr>
          <a:xfrm>
            <a:off x="11074402" y="6122352"/>
            <a:ext cx="1280160" cy="1117600"/>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1" name="Rectangle 10">
            <a:extLst>
              <a:ext uri="{FF2B5EF4-FFF2-40B4-BE49-F238E27FC236}">
                <a16:creationId xmlns:a16="http://schemas.microsoft.com/office/drawing/2014/main" id="{F4F95DCA-C440-7E48-C8CD-70D9313B0DDF}"/>
              </a:ext>
            </a:extLst>
          </p:cNvPr>
          <p:cNvSpPr/>
          <p:nvPr/>
        </p:nvSpPr>
        <p:spPr>
          <a:xfrm>
            <a:off x="-274320" y="6122352"/>
            <a:ext cx="1280160" cy="1117600"/>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2">
            <a:extLst>
              <a:ext uri="{FF2B5EF4-FFF2-40B4-BE49-F238E27FC236}">
                <a16:creationId xmlns:a16="http://schemas.microsoft.com/office/drawing/2014/main" id="{9E39C17C-0F2F-C8B4-A471-F4E36AE6F3DC}"/>
              </a:ext>
            </a:extLst>
          </p:cNvPr>
          <p:cNvSpPr>
            <a:spLocks noChangeArrowheads="1"/>
          </p:cNvSpPr>
          <p:nvPr/>
        </p:nvSpPr>
        <p:spPr bwMode="auto">
          <a:xfrm>
            <a:off x="1107660" y="2870094"/>
            <a:ext cx="104140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Notice when a friend may be having a difficult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Start by asking, “</a:t>
            </a:r>
            <a:r>
              <a:rPr kumimoji="0" lang="en-US" altLang="en-US" sz="2800" b="0" i="1" u="sng" strike="noStrike" cap="none" normalizeH="0" baseline="0" dirty="0" err="1">
                <a:ln>
                  <a:noFill/>
                </a:ln>
                <a:solidFill>
                  <a:schemeClr val="tx1"/>
                </a:solidFill>
                <a:effectLst/>
                <a:latin typeface="Arial" panose="020B0604020202020204" pitchFamily="34" charset="0"/>
              </a:rPr>
              <a:t>Kumusta</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Show concern and willingness to listen.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Friends are among the closest people to us.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Do not pressure friends to share if they are not ready.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Respect their feelings and encourage them to seek help when needed</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12" name="Content Placeholder 11">
            <a:extLst>
              <a:ext uri="{FF2B5EF4-FFF2-40B4-BE49-F238E27FC236}">
                <a16:creationId xmlns:a16="http://schemas.microsoft.com/office/drawing/2014/main" id="{BD83A12B-B8B7-6727-30DD-D3A53D4757AD}"/>
              </a:ext>
            </a:extLst>
          </p:cNvPr>
          <p:cNvSpPr>
            <a:spLocks noGrp="1"/>
          </p:cNvSpPr>
          <p:nvPr>
            <p:ph idx="1"/>
          </p:nvPr>
        </p:nvSpPr>
        <p:spPr>
          <a:xfrm>
            <a:off x="-990600" y="1946518"/>
            <a:ext cx="990600" cy="582295"/>
          </a:xfrm>
        </p:spPr>
        <p:txBody>
          <a:bodyPr/>
          <a:lstStyle/>
          <a:p>
            <a:endParaRPr lang="en-PH" dirty="0"/>
          </a:p>
        </p:txBody>
      </p:sp>
    </p:spTree>
    <p:extLst>
      <p:ext uri="{BB962C8B-B14F-4D97-AF65-F5344CB8AC3E}">
        <p14:creationId xmlns:p14="http://schemas.microsoft.com/office/powerpoint/2010/main" val="4351740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a:extLst>
            <a:ext uri="{FF2B5EF4-FFF2-40B4-BE49-F238E27FC236}">
              <a16:creationId xmlns:a16="http://schemas.microsoft.com/office/drawing/2014/main" id="{192D1ADE-7004-60D0-12F6-DD09D357AB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C4E3DE-FD1A-A7E7-57BA-1B188C115C29}"/>
              </a:ext>
            </a:extLst>
          </p:cNvPr>
          <p:cNvSpPr>
            <a:spLocks noGrp="1"/>
          </p:cNvSpPr>
          <p:nvPr>
            <p:ph type="title"/>
          </p:nvPr>
        </p:nvSpPr>
        <p:spPr>
          <a:xfrm>
            <a:off x="2882604" y="297839"/>
            <a:ext cx="10515600" cy="1325563"/>
          </a:xfrm>
        </p:spPr>
        <p:txBody>
          <a:bodyPr/>
          <a:lstStyle/>
          <a:p>
            <a:r>
              <a:rPr lang="en-US" b="1" u="sng" dirty="0">
                <a:latin typeface="Sans Serif Collection" panose="020B0502040504020204" pitchFamily="34" charset="0"/>
                <a:ea typeface="Sans Serif Collection" panose="020B0502040504020204" pitchFamily="34" charset="0"/>
                <a:cs typeface="Sans Serif Collection" panose="020B0502040504020204" pitchFamily="34" charset="0"/>
              </a:rPr>
              <a:t>What is Mental Health</a:t>
            </a:r>
            <a:r>
              <a:rPr lang="en-US" dirty="0">
                <a:latin typeface="Sans Serif Collection" panose="020B0502040504020204" pitchFamily="34" charset="0"/>
                <a:ea typeface="Sans Serif Collection" panose="020B0502040504020204" pitchFamily="34" charset="0"/>
                <a:cs typeface="Sans Serif Collection" panose="020B0502040504020204" pitchFamily="34" charset="0"/>
              </a:rPr>
              <a:t>?</a:t>
            </a:r>
            <a:endParaRPr lang="en-PH"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Content Placeholder 2">
            <a:extLst>
              <a:ext uri="{FF2B5EF4-FFF2-40B4-BE49-F238E27FC236}">
                <a16:creationId xmlns:a16="http://schemas.microsoft.com/office/drawing/2014/main" id="{CDFD5F70-50A5-A2C4-6BC8-2D3521438601}"/>
              </a:ext>
            </a:extLst>
          </p:cNvPr>
          <p:cNvSpPr>
            <a:spLocks noGrp="1"/>
          </p:cNvSpPr>
          <p:nvPr>
            <p:ph idx="1"/>
          </p:nvPr>
        </p:nvSpPr>
        <p:spPr>
          <a:xfrm>
            <a:off x="838200" y="1358228"/>
            <a:ext cx="10515600" cy="4805180"/>
          </a:xfrm>
        </p:spPr>
        <p:txBody>
          <a:bodyPr>
            <a:normAutofit lnSpcReduction="10000"/>
          </a:bodyPr>
          <a:lstStyle/>
          <a:p>
            <a:r>
              <a:rPr lang="en-US" dirty="0"/>
              <a:t>The</a:t>
            </a:r>
            <a:r>
              <a:rPr lang="en-US" b="1" i="1" u="sng" dirty="0"/>
              <a:t> World Health Organization (WHO) </a:t>
            </a:r>
            <a:r>
              <a:rPr lang="en-US" dirty="0"/>
              <a:t>describes mental health as a state of well-being that helps people cope with life's stresses, recognize their abilities, learn and work well, and contribute to their community.</a:t>
            </a:r>
          </a:p>
          <a:p>
            <a:r>
              <a:rPr lang="en-US" dirty="0"/>
              <a:t>Everyone's feelings and experiences deserve understanding.</a:t>
            </a:r>
          </a:p>
          <a:p>
            <a:r>
              <a:rPr lang="en-US" dirty="0"/>
              <a:t>Listening and offering support can help someone through a difficult time.</a:t>
            </a:r>
          </a:p>
          <a:p>
            <a:pPr marL="0" indent="0">
              <a:buNone/>
            </a:pPr>
            <a:r>
              <a:rPr lang="en-PH" dirty="0"/>
              <a:t>When someone experiences sadness, anxiety, or depression, it is helpful to reach out to other people for help. During this time, being around others can help reduce anxiety and depression. Being present in their darkest times is already more than enough to help them get through a difficult period</a:t>
            </a:r>
          </a:p>
        </p:txBody>
      </p:sp>
      <p:pic>
        <p:nvPicPr>
          <p:cNvPr id="7" name="Graphic 6" descr="Brain in head">
            <a:extLst>
              <a:ext uri="{FF2B5EF4-FFF2-40B4-BE49-F238E27FC236}">
                <a16:creationId xmlns:a16="http://schemas.microsoft.com/office/drawing/2014/main" id="{4B355454-78DC-D612-5E4E-F8225534BB5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44176" y="429418"/>
            <a:ext cx="914400" cy="914400"/>
          </a:xfrm>
          <a:prstGeom prst="rect">
            <a:avLst/>
          </a:prstGeom>
        </p:spPr>
      </p:pic>
    </p:spTree>
    <p:extLst>
      <p:ext uri="{BB962C8B-B14F-4D97-AF65-F5344CB8AC3E}">
        <p14:creationId xmlns:p14="http://schemas.microsoft.com/office/powerpoint/2010/main" val="931951074"/>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80000"/>
              </a:schemeClr>
            </a:gs>
            <a:gs pos="23000">
              <a:schemeClr val="accent6">
                <a:lumMod val="89000"/>
              </a:schemeClr>
            </a:gs>
            <a:gs pos="69000">
              <a:schemeClr val="accent6">
                <a:lumMod val="75000"/>
              </a:schemeClr>
            </a:gs>
            <a:gs pos="97000">
              <a:schemeClr val="accent6">
                <a:lumMod val="70000"/>
              </a:schemeClr>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13065-69AD-0DEF-9620-707D5D1ADE29}"/>
              </a:ext>
            </a:extLst>
          </p:cNvPr>
          <p:cNvSpPr>
            <a:spLocks noGrp="1"/>
          </p:cNvSpPr>
          <p:nvPr>
            <p:ph type="title"/>
          </p:nvPr>
        </p:nvSpPr>
        <p:spPr>
          <a:xfrm>
            <a:off x="534838" y="1877402"/>
            <a:ext cx="11172092" cy="3362813"/>
          </a:xfrm>
        </p:spPr>
        <p:txBody>
          <a:bodyPr>
            <a:noAutofit/>
          </a:bodyPr>
          <a:lstStyle/>
          <a:p>
            <a:r>
              <a:rPr lang="en-PH" sz="8000" dirty="0"/>
              <a:t>5 Steps in Problem-Solving</a:t>
            </a:r>
          </a:p>
        </p:txBody>
      </p:sp>
      <p:sp>
        <p:nvSpPr>
          <p:cNvPr id="3" name="Content Placeholder 2">
            <a:extLst>
              <a:ext uri="{FF2B5EF4-FFF2-40B4-BE49-F238E27FC236}">
                <a16:creationId xmlns:a16="http://schemas.microsoft.com/office/drawing/2014/main" id="{B9402F7C-9C56-85B1-C092-04A02460C838}"/>
              </a:ext>
            </a:extLst>
          </p:cNvPr>
          <p:cNvSpPr>
            <a:spLocks noGrp="1"/>
          </p:cNvSpPr>
          <p:nvPr>
            <p:ph idx="1"/>
          </p:nvPr>
        </p:nvSpPr>
        <p:spPr>
          <a:xfrm>
            <a:off x="534838" y="3640347"/>
            <a:ext cx="10818962" cy="2536616"/>
          </a:xfrm>
        </p:spPr>
        <p:txBody>
          <a:bodyPr/>
          <a:lstStyle/>
          <a:p>
            <a:endParaRPr lang="en-PH" dirty="0"/>
          </a:p>
        </p:txBody>
      </p:sp>
    </p:spTree>
    <p:extLst>
      <p:ext uri="{BB962C8B-B14F-4D97-AF65-F5344CB8AC3E}">
        <p14:creationId xmlns:p14="http://schemas.microsoft.com/office/powerpoint/2010/main" val="1121026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80000"/>
              </a:schemeClr>
            </a:gs>
            <a:gs pos="23000">
              <a:schemeClr val="accent6">
                <a:lumMod val="89000"/>
              </a:schemeClr>
            </a:gs>
            <a:gs pos="69000">
              <a:schemeClr val="accent6">
                <a:lumMod val="75000"/>
              </a:schemeClr>
            </a:gs>
            <a:gs pos="97000">
              <a:schemeClr val="accent6">
                <a:lumMod val="70000"/>
              </a:schemeClr>
            </a:gs>
          </a:gsLst>
          <a:path path="shape">
            <a:fillToRect l="50000" t="50000" r="50000" b="50000"/>
          </a:path>
          <a:tileRect/>
        </a:gradFill>
        <a:effectLst/>
      </p:bgPr>
    </p:bg>
    <p:spTree>
      <p:nvGrpSpPr>
        <p:cNvPr id="1" name="">
          <a:extLst>
            <a:ext uri="{FF2B5EF4-FFF2-40B4-BE49-F238E27FC236}">
              <a16:creationId xmlns:a16="http://schemas.microsoft.com/office/drawing/2014/main" id="{D08CA030-83F6-E2D7-0CE9-C29B74EFC5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0DE88A-9948-3F10-64C9-2D690999DDDD}"/>
              </a:ext>
            </a:extLst>
          </p:cNvPr>
          <p:cNvSpPr>
            <a:spLocks noGrp="1"/>
          </p:cNvSpPr>
          <p:nvPr>
            <p:ph type="title"/>
          </p:nvPr>
        </p:nvSpPr>
        <p:spPr>
          <a:xfrm>
            <a:off x="652732" y="2581620"/>
            <a:ext cx="11539268" cy="1694759"/>
          </a:xfrm>
        </p:spPr>
        <p:txBody>
          <a:bodyPr>
            <a:noAutofit/>
          </a:bodyPr>
          <a:lstStyle/>
          <a:p>
            <a:r>
              <a:rPr lang="en-PH" sz="6000" dirty="0"/>
              <a:t>Why learn the 5 Steps in Problem- Solving?</a:t>
            </a:r>
          </a:p>
        </p:txBody>
      </p:sp>
      <p:sp>
        <p:nvSpPr>
          <p:cNvPr id="3" name="Content Placeholder 2">
            <a:extLst>
              <a:ext uri="{FF2B5EF4-FFF2-40B4-BE49-F238E27FC236}">
                <a16:creationId xmlns:a16="http://schemas.microsoft.com/office/drawing/2014/main" id="{D6D36B0D-FE19-05C2-E5D8-C4495EED1FF6}"/>
              </a:ext>
            </a:extLst>
          </p:cNvPr>
          <p:cNvSpPr>
            <a:spLocks noGrp="1"/>
          </p:cNvSpPr>
          <p:nvPr>
            <p:ph idx="1"/>
          </p:nvPr>
        </p:nvSpPr>
        <p:spPr>
          <a:xfrm>
            <a:off x="534838" y="3640347"/>
            <a:ext cx="10818962" cy="2536616"/>
          </a:xfrm>
        </p:spPr>
        <p:txBody>
          <a:bodyPr/>
          <a:lstStyle/>
          <a:p>
            <a:endParaRPr lang="en-PH" dirty="0"/>
          </a:p>
        </p:txBody>
      </p:sp>
    </p:spTree>
    <p:extLst>
      <p:ext uri="{BB962C8B-B14F-4D97-AF65-F5344CB8AC3E}">
        <p14:creationId xmlns:p14="http://schemas.microsoft.com/office/powerpoint/2010/main" val="16649521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sndAc>
          <p:stSnd>
            <p:snd r:embed="rId2" name="explode.wav"/>
          </p:stSnd>
        </p:sndAc>
      </p:transition>
    </mc:Choice>
    <mc:Fallback xmlns="">
      <p:transition spd="slow">
        <p:fade/>
        <p:sndAc>
          <p:stSnd>
            <p:snd r:embed="rId3" name="explode.wav"/>
          </p:stSnd>
        </p:sndAc>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80000"/>
              </a:schemeClr>
            </a:gs>
            <a:gs pos="23000">
              <a:schemeClr val="accent6">
                <a:lumMod val="89000"/>
              </a:schemeClr>
            </a:gs>
            <a:gs pos="69000">
              <a:schemeClr val="accent6">
                <a:lumMod val="75000"/>
              </a:schemeClr>
            </a:gs>
            <a:gs pos="97000">
              <a:schemeClr val="accent6">
                <a:lumMod val="70000"/>
              </a:schemeClr>
            </a:gs>
          </a:gsLst>
          <a:path path="shape">
            <a:fillToRect l="50000" t="50000" r="50000" b="50000"/>
          </a:path>
        </a:gradFill>
        <a:effectLst/>
      </p:bgPr>
    </p:bg>
    <p:spTree>
      <p:nvGrpSpPr>
        <p:cNvPr id="1" name="">
          <a:extLst>
            <a:ext uri="{FF2B5EF4-FFF2-40B4-BE49-F238E27FC236}">
              <a16:creationId xmlns:a16="http://schemas.microsoft.com/office/drawing/2014/main" id="{6766B11C-1A9F-574B-3142-4AFE49B18255}"/>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6E470642-1629-B942-44B1-D585144F32E4}"/>
              </a:ext>
            </a:extLst>
          </p:cNvPr>
          <p:cNvSpPr/>
          <p:nvPr/>
        </p:nvSpPr>
        <p:spPr>
          <a:xfrm>
            <a:off x="416169" y="2365131"/>
            <a:ext cx="11277600" cy="3130061"/>
          </a:xfrm>
          <a:prstGeom prst="rect">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 name="Title 1">
            <a:extLst>
              <a:ext uri="{FF2B5EF4-FFF2-40B4-BE49-F238E27FC236}">
                <a16:creationId xmlns:a16="http://schemas.microsoft.com/office/drawing/2014/main" id="{353803C6-3FD9-F412-C447-7A4C87333600}"/>
              </a:ext>
            </a:extLst>
          </p:cNvPr>
          <p:cNvSpPr>
            <a:spLocks noGrp="1"/>
          </p:cNvSpPr>
          <p:nvPr>
            <p:ph type="title"/>
          </p:nvPr>
        </p:nvSpPr>
        <p:spPr>
          <a:xfrm>
            <a:off x="149470" y="-1262281"/>
            <a:ext cx="11878408" cy="4286835"/>
          </a:xfrm>
        </p:spPr>
        <p:txBody>
          <a:bodyPr/>
          <a:lstStyle/>
          <a:p>
            <a:pPr algn="ctr"/>
            <a:r>
              <a:rPr lang="en-PH" dirty="0"/>
              <a:t>Why learn the 5 steps in problem solving?</a:t>
            </a:r>
          </a:p>
        </p:txBody>
      </p:sp>
      <p:sp>
        <p:nvSpPr>
          <p:cNvPr id="3" name="Content Placeholder 2">
            <a:extLst>
              <a:ext uri="{FF2B5EF4-FFF2-40B4-BE49-F238E27FC236}">
                <a16:creationId xmlns:a16="http://schemas.microsoft.com/office/drawing/2014/main" id="{C7E755EF-AD89-E7C0-3AA4-203686811292}"/>
              </a:ext>
            </a:extLst>
          </p:cNvPr>
          <p:cNvSpPr>
            <a:spLocks noGrp="1"/>
          </p:cNvSpPr>
          <p:nvPr>
            <p:ph idx="1"/>
          </p:nvPr>
        </p:nvSpPr>
        <p:spPr>
          <a:xfrm>
            <a:off x="615463" y="2608164"/>
            <a:ext cx="11016760" cy="2313039"/>
          </a:xfrm>
        </p:spPr>
        <p:txBody>
          <a:bodyPr>
            <a:normAutofit lnSpcReduction="10000"/>
          </a:bodyPr>
          <a:lstStyle/>
          <a:p>
            <a:r>
              <a:rPr lang="en-PH" dirty="0"/>
              <a:t>It helps us do everything in a chronological order	</a:t>
            </a:r>
          </a:p>
          <a:p>
            <a:r>
              <a:rPr lang="en-PH" dirty="0"/>
              <a:t>It is very effective</a:t>
            </a:r>
          </a:p>
          <a:p>
            <a:r>
              <a:rPr lang="en-PH" dirty="0"/>
              <a:t>It helps to not waste time</a:t>
            </a:r>
          </a:p>
          <a:p>
            <a:r>
              <a:rPr lang="en-US" dirty="0"/>
              <a:t>These steps help us understand the problem, think of possible solutions, choose the best one, put it into action, and check if it works.</a:t>
            </a:r>
            <a:r>
              <a:rPr lang="en-PH" dirty="0"/>
              <a:t>	</a:t>
            </a:r>
          </a:p>
        </p:txBody>
      </p:sp>
      <p:pic>
        <p:nvPicPr>
          <p:cNvPr id="5" name="Graphic 4" descr="Lightbulb">
            <a:extLst>
              <a:ext uri="{FF2B5EF4-FFF2-40B4-BE49-F238E27FC236}">
                <a16:creationId xmlns:a16="http://schemas.microsoft.com/office/drawing/2014/main" id="{A531C790-6BC2-E08C-DBCC-AC3BC18062F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28485" y="379391"/>
            <a:ext cx="914400" cy="914400"/>
          </a:xfrm>
          <a:prstGeom prst="rect">
            <a:avLst/>
          </a:prstGeom>
        </p:spPr>
      </p:pic>
      <p:pic>
        <p:nvPicPr>
          <p:cNvPr id="7" name="Graphic 6" descr="Target">
            <a:extLst>
              <a:ext uri="{FF2B5EF4-FFF2-40B4-BE49-F238E27FC236}">
                <a16:creationId xmlns:a16="http://schemas.microsoft.com/office/drawing/2014/main" id="{47204621-8078-A5BC-3DC2-B17A537C42F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9968" y="379391"/>
            <a:ext cx="914400" cy="914400"/>
          </a:xfrm>
          <a:prstGeom prst="rect">
            <a:avLst/>
          </a:prstGeom>
        </p:spPr>
      </p:pic>
      <p:pic>
        <p:nvPicPr>
          <p:cNvPr id="9" name="Graphic 8" descr="Magnifying glass">
            <a:extLst>
              <a:ext uri="{FF2B5EF4-FFF2-40B4-BE49-F238E27FC236}">
                <a16:creationId xmlns:a16="http://schemas.microsoft.com/office/drawing/2014/main" id="{488E0815-EA16-8D69-1AE0-39ACE21C982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013832" y="5564209"/>
            <a:ext cx="914400" cy="914400"/>
          </a:xfrm>
          <a:prstGeom prst="rect">
            <a:avLst/>
          </a:prstGeom>
        </p:spPr>
      </p:pic>
      <p:pic>
        <p:nvPicPr>
          <p:cNvPr id="11" name="Graphic 10" descr="Head with gears">
            <a:extLst>
              <a:ext uri="{FF2B5EF4-FFF2-40B4-BE49-F238E27FC236}">
                <a16:creationId xmlns:a16="http://schemas.microsoft.com/office/drawing/2014/main" id="{B12C9DC8-9EAE-CF10-9EE7-2D50E94DC7B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16169" y="5564209"/>
            <a:ext cx="914400" cy="914400"/>
          </a:xfrm>
          <a:prstGeom prst="rect">
            <a:avLst/>
          </a:prstGeom>
        </p:spPr>
      </p:pic>
    </p:spTree>
    <p:extLst>
      <p:ext uri="{BB962C8B-B14F-4D97-AF65-F5344CB8AC3E}">
        <p14:creationId xmlns:p14="http://schemas.microsoft.com/office/powerpoint/2010/main" val="25419147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71324">
              <a:srgbClr val="548135"/>
            </a:gs>
            <a:gs pos="29000">
              <a:schemeClr val="accent6">
                <a:lumMod val="80000"/>
              </a:schemeClr>
            </a:gs>
            <a:gs pos="32000">
              <a:schemeClr val="accent6">
                <a:lumMod val="89000"/>
              </a:schemeClr>
            </a:gs>
            <a:gs pos="67000">
              <a:srgbClr val="60943D"/>
            </a:gs>
            <a:gs pos="56000">
              <a:schemeClr val="accent6">
                <a:lumMod val="75000"/>
              </a:schemeClr>
            </a:gs>
            <a:gs pos="97000">
              <a:schemeClr val="accent6">
                <a:lumMod val="70000"/>
              </a:schemeClr>
            </a:gs>
          </a:gsLst>
          <a:path path="shape">
            <a:fillToRect l="50000" t="50000" r="50000" b="50000"/>
          </a:path>
        </a:gradFill>
        <a:effectLst/>
      </p:bgPr>
    </p:bg>
    <p:spTree>
      <p:nvGrpSpPr>
        <p:cNvPr id="1" name=""/>
        <p:cNvGrpSpPr/>
        <p:nvPr/>
      </p:nvGrpSpPr>
      <p:grpSpPr>
        <a:xfrm>
          <a:off x="0" y="0"/>
          <a:ext cx="0" cy="0"/>
          <a:chOff x="0" y="0"/>
          <a:chExt cx="0" cy="0"/>
        </a:xfrm>
      </p:grpSpPr>
      <p:sp>
        <p:nvSpPr>
          <p:cNvPr id="12" name="Rectangle: Diagonal Corners Snipped 11">
            <a:extLst>
              <a:ext uri="{FF2B5EF4-FFF2-40B4-BE49-F238E27FC236}">
                <a16:creationId xmlns:a16="http://schemas.microsoft.com/office/drawing/2014/main" id="{69A70CD3-F76D-7775-1441-B3F4D8F20976}"/>
              </a:ext>
            </a:extLst>
          </p:cNvPr>
          <p:cNvSpPr/>
          <p:nvPr/>
        </p:nvSpPr>
        <p:spPr>
          <a:xfrm>
            <a:off x="501162" y="2495227"/>
            <a:ext cx="10943492" cy="4274849"/>
          </a:xfrm>
          <a:prstGeom prst="snip2DiagRect">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Rectangle: Rounded Corners 7">
            <a:extLst>
              <a:ext uri="{FF2B5EF4-FFF2-40B4-BE49-F238E27FC236}">
                <a16:creationId xmlns:a16="http://schemas.microsoft.com/office/drawing/2014/main" id="{B0459D07-7B39-CAA8-D86A-5E22F05B2E5F}"/>
              </a:ext>
            </a:extLst>
          </p:cNvPr>
          <p:cNvSpPr/>
          <p:nvPr/>
        </p:nvSpPr>
        <p:spPr>
          <a:xfrm>
            <a:off x="501162" y="1090246"/>
            <a:ext cx="10972800" cy="1404981"/>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 name="Title 1">
            <a:extLst>
              <a:ext uri="{FF2B5EF4-FFF2-40B4-BE49-F238E27FC236}">
                <a16:creationId xmlns:a16="http://schemas.microsoft.com/office/drawing/2014/main" id="{0AC6B7E0-1AD3-B185-C1D8-2AFF6AE86B37}"/>
              </a:ext>
            </a:extLst>
          </p:cNvPr>
          <p:cNvSpPr>
            <a:spLocks noGrp="1"/>
          </p:cNvSpPr>
          <p:nvPr>
            <p:ph type="title"/>
          </p:nvPr>
        </p:nvSpPr>
        <p:spPr>
          <a:xfrm>
            <a:off x="838200" y="365126"/>
            <a:ext cx="10515600" cy="577849"/>
          </a:xfrm>
        </p:spPr>
        <p:txBody>
          <a:bodyPr>
            <a:normAutofit fontScale="90000"/>
          </a:bodyPr>
          <a:lstStyle/>
          <a:p>
            <a:r>
              <a:rPr lang="en-PH" dirty="0"/>
              <a:t>The 5 steps in Problem-Solving</a:t>
            </a:r>
          </a:p>
        </p:txBody>
      </p:sp>
      <p:sp>
        <p:nvSpPr>
          <p:cNvPr id="4" name="TextBox 3">
            <a:extLst>
              <a:ext uri="{FF2B5EF4-FFF2-40B4-BE49-F238E27FC236}">
                <a16:creationId xmlns:a16="http://schemas.microsoft.com/office/drawing/2014/main" id="{12515C47-04DA-5564-5E97-25BEFA0108AA}"/>
              </a:ext>
            </a:extLst>
          </p:cNvPr>
          <p:cNvSpPr txBox="1"/>
          <p:nvPr/>
        </p:nvSpPr>
        <p:spPr>
          <a:xfrm>
            <a:off x="747346" y="1110232"/>
            <a:ext cx="10606454" cy="1384995"/>
          </a:xfrm>
          <a:prstGeom prst="rect">
            <a:avLst/>
          </a:prstGeom>
          <a:noFill/>
        </p:spPr>
        <p:txBody>
          <a:bodyPr wrap="square" rtlCol="0">
            <a:spAutoFit/>
          </a:bodyPr>
          <a:lstStyle/>
          <a:p>
            <a:r>
              <a:rPr lang="en-PH" sz="2800" dirty="0"/>
              <a:t>You are young yourself, and you need to develop problem-solving skills so that you can guide others in resolving their issues. Here are the steps to do in problem-solving:</a:t>
            </a:r>
          </a:p>
        </p:txBody>
      </p:sp>
      <p:sp>
        <p:nvSpPr>
          <p:cNvPr id="7" name="Rectangle 3">
            <a:extLst>
              <a:ext uri="{FF2B5EF4-FFF2-40B4-BE49-F238E27FC236}">
                <a16:creationId xmlns:a16="http://schemas.microsoft.com/office/drawing/2014/main" id="{429A5AC7-7899-8D40-44B7-985D9C4D7DF0}"/>
              </a:ext>
            </a:extLst>
          </p:cNvPr>
          <p:cNvSpPr>
            <a:spLocks noGrp="1" noChangeArrowheads="1"/>
          </p:cNvSpPr>
          <p:nvPr>
            <p:ph idx="1"/>
          </p:nvPr>
        </p:nvSpPr>
        <p:spPr bwMode="auto">
          <a:xfrm>
            <a:off x="1160585" y="3100949"/>
            <a:ext cx="9624646" cy="3063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b="1" dirty="0"/>
              <a:t>1. Identify the Problem</a:t>
            </a:r>
          </a:p>
          <a:p>
            <a:pPr marL="0" indent="0">
              <a:buNone/>
            </a:pPr>
            <a:r>
              <a:rPr lang="en-US" dirty="0"/>
              <a:t>The first step is to understand and clearly identify what the problem is. Listen carefully to the person, ask questions, and find out what is causing their difficulty. Avoid making assumptions or judging them before understanding the situation.</a:t>
            </a:r>
          </a:p>
          <a:p>
            <a:pPr marL="0" indent="0">
              <a:buNone/>
            </a:pPr>
            <a:r>
              <a:rPr lang="en-US" dirty="0"/>
              <a:t>Example: Your friend is having difficulty with schoolwork and feels stressed because of several assignments.</a:t>
            </a:r>
          </a:p>
        </p:txBody>
      </p:sp>
      <p:pic>
        <p:nvPicPr>
          <p:cNvPr id="14" name="Graphic 13" descr="Magnifying glass">
            <a:extLst>
              <a:ext uri="{FF2B5EF4-FFF2-40B4-BE49-F238E27FC236}">
                <a16:creationId xmlns:a16="http://schemas.microsoft.com/office/drawing/2014/main" id="{F29BFC7D-4D64-4793-691C-C6C2CFC39AB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352817" y="1917026"/>
            <a:ext cx="1762125" cy="1762125"/>
          </a:xfrm>
          <a:prstGeom prst="rect">
            <a:avLst/>
          </a:prstGeom>
        </p:spPr>
      </p:pic>
    </p:spTree>
    <p:extLst>
      <p:ext uri="{BB962C8B-B14F-4D97-AF65-F5344CB8AC3E}">
        <p14:creationId xmlns:p14="http://schemas.microsoft.com/office/powerpoint/2010/main" val="3728052023"/>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71324">
              <a:srgbClr val="548135"/>
            </a:gs>
            <a:gs pos="29000">
              <a:schemeClr val="accent6">
                <a:lumMod val="80000"/>
              </a:schemeClr>
            </a:gs>
            <a:gs pos="32000">
              <a:schemeClr val="accent6">
                <a:lumMod val="89000"/>
              </a:schemeClr>
            </a:gs>
            <a:gs pos="67000">
              <a:srgbClr val="60943D"/>
            </a:gs>
            <a:gs pos="56000">
              <a:schemeClr val="accent6">
                <a:lumMod val="75000"/>
              </a:schemeClr>
            </a:gs>
            <a:gs pos="97000">
              <a:schemeClr val="accent6">
                <a:lumMod val="70000"/>
              </a:schemeClr>
            </a:gs>
          </a:gsLst>
          <a:path path="shape">
            <a:fillToRect l="50000" t="50000" r="50000" b="50000"/>
          </a:path>
        </a:gradFill>
        <a:effectLst/>
      </p:bgPr>
    </p:bg>
    <p:spTree>
      <p:nvGrpSpPr>
        <p:cNvPr id="1" name="">
          <a:extLst>
            <a:ext uri="{FF2B5EF4-FFF2-40B4-BE49-F238E27FC236}">
              <a16:creationId xmlns:a16="http://schemas.microsoft.com/office/drawing/2014/main" id="{9F3FE6D1-768D-C3AE-43F0-65B71B8AF356}"/>
            </a:ext>
          </a:extLst>
        </p:cNvPr>
        <p:cNvGrpSpPr/>
        <p:nvPr/>
      </p:nvGrpSpPr>
      <p:grpSpPr>
        <a:xfrm>
          <a:off x="0" y="0"/>
          <a:ext cx="0" cy="0"/>
          <a:chOff x="0" y="0"/>
          <a:chExt cx="0" cy="0"/>
        </a:xfrm>
      </p:grpSpPr>
      <p:sp>
        <p:nvSpPr>
          <p:cNvPr id="12" name="Rectangle: Diagonal Corners Snipped 11">
            <a:extLst>
              <a:ext uri="{FF2B5EF4-FFF2-40B4-BE49-F238E27FC236}">
                <a16:creationId xmlns:a16="http://schemas.microsoft.com/office/drawing/2014/main" id="{55881D68-CA66-66B3-96BF-8F70F0C98FC1}"/>
              </a:ext>
            </a:extLst>
          </p:cNvPr>
          <p:cNvSpPr/>
          <p:nvPr/>
        </p:nvSpPr>
        <p:spPr>
          <a:xfrm>
            <a:off x="624254" y="1523677"/>
            <a:ext cx="10943492" cy="4274849"/>
          </a:xfrm>
          <a:prstGeom prst="snip2DiagRect">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Rectangle: Rounded Corners 7">
            <a:extLst>
              <a:ext uri="{FF2B5EF4-FFF2-40B4-BE49-F238E27FC236}">
                <a16:creationId xmlns:a16="http://schemas.microsoft.com/office/drawing/2014/main" id="{8CD6E85E-A1DF-4186-2E8D-FD9DDAA6BAC7}"/>
              </a:ext>
            </a:extLst>
          </p:cNvPr>
          <p:cNvSpPr/>
          <p:nvPr/>
        </p:nvSpPr>
        <p:spPr>
          <a:xfrm>
            <a:off x="-11100288" y="1090246"/>
            <a:ext cx="10972800" cy="1404981"/>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 name="Title 1">
            <a:extLst>
              <a:ext uri="{FF2B5EF4-FFF2-40B4-BE49-F238E27FC236}">
                <a16:creationId xmlns:a16="http://schemas.microsoft.com/office/drawing/2014/main" id="{866B74E0-FF39-7CB2-A314-667D62B55F8E}"/>
              </a:ext>
            </a:extLst>
          </p:cNvPr>
          <p:cNvSpPr>
            <a:spLocks noGrp="1"/>
          </p:cNvSpPr>
          <p:nvPr>
            <p:ph type="title"/>
          </p:nvPr>
        </p:nvSpPr>
        <p:spPr>
          <a:xfrm>
            <a:off x="838200" y="499749"/>
            <a:ext cx="10515600" cy="328926"/>
          </a:xfrm>
        </p:spPr>
        <p:txBody>
          <a:bodyPr>
            <a:normAutofit fontScale="90000"/>
          </a:bodyPr>
          <a:lstStyle/>
          <a:p>
            <a:r>
              <a:rPr lang="en-PH" dirty="0"/>
              <a:t>The 5 steps in Problem-Solving</a:t>
            </a:r>
          </a:p>
        </p:txBody>
      </p:sp>
      <p:sp>
        <p:nvSpPr>
          <p:cNvPr id="4" name="TextBox 3">
            <a:extLst>
              <a:ext uri="{FF2B5EF4-FFF2-40B4-BE49-F238E27FC236}">
                <a16:creationId xmlns:a16="http://schemas.microsoft.com/office/drawing/2014/main" id="{2090DC69-EA54-E22D-80BC-83FFCB8886BD}"/>
              </a:ext>
            </a:extLst>
          </p:cNvPr>
          <p:cNvSpPr txBox="1"/>
          <p:nvPr/>
        </p:nvSpPr>
        <p:spPr>
          <a:xfrm>
            <a:off x="-10854104" y="1110232"/>
            <a:ext cx="10606454" cy="1384995"/>
          </a:xfrm>
          <a:prstGeom prst="rect">
            <a:avLst/>
          </a:prstGeom>
          <a:noFill/>
        </p:spPr>
        <p:txBody>
          <a:bodyPr wrap="square" rtlCol="0">
            <a:spAutoFit/>
          </a:bodyPr>
          <a:lstStyle/>
          <a:p>
            <a:r>
              <a:rPr lang="en-PH" sz="2800" dirty="0"/>
              <a:t>You are young yourself, and you need to develop problem-solving skills so that you can guide others in resolving their issues. Here are the steps to do in problem-solving.</a:t>
            </a:r>
          </a:p>
        </p:txBody>
      </p:sp>
      <p:sp>
        <p:nvSpPr>
          <p:cNvPr id="7" name="Rectangle 3">
            <a:extLst>
              <a:ext uri="{FF2B5EF4-FFF2-40B4-BE49-F238E27FC236}">
                <a16:creationId xmlns:a16="http://schemas.microsoft.com/office/drawing/2014/main" id="{0AF69FF0-4199-3DDF-94DE-0223DCFEA0E9}"/>
              </a:ext>
            </a:extLst>
          </p:cNvPr>
          <p:cNvSpPr>
            <a:spLocks noGrp="1" noChangeArrowheads="1"/>
          </p:cNvSpPr>
          <p:nvPr>
            <p:ph idx="1"/>
          </p:nvPr>
        </p:nvSpPr>
        <p:spPr bwMode="auto">
          <a:xfrm>
            <a:off x="1283677" y="2129399"/>
            <a:ext cx="9624646" cy="3063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b="1" dirty="0"/>
              <a:t>2. Generate Possible Solutions</a:t>
            </a:r>
          </a:p>
          <a:p>
            <a:pPr marL="0" indent="0">
              <a:buNone/>
            </a:pPr>
            <a:r>
              <a:rPr lang="en-US" dirty="0"/>
              <a:t>After identifying the problem, think of different ways to solve it. Encourage the person to share their ideas and consider the advantages and disadvantages of each option. Choose solutions that are realistic, safe, and appropriate for the situation.</a:t>
            </a:r>
          </a:p>
          <a:p>
            <a:pPr marL="0" indent="0">
              <a:buNone/>
            </a:pPr>
            <a:r>
              <a:rPr lang="en-US" dirty="0"/>
              <a:t>Example: Your friend could make a study schedule, ask a teacher for help, or study with classmates.</a:t>
            </a:r>
          </a:p>
        </p:txBody>
      </p:sp>
      <p:pic>
        <p:nvPicPr>
          <p:cNvPr id="9" name="Graphic 8" descr="Gears">
            <a:extLst>
              <a:ext uri="{FF2B5EF4-FFF2-40B4-BE49-F238E27FC236}">
                <a16:creationId xmlns:a16="http://schemas.microsoft.com/office/drawing/2014/main" id="{042A0C26-7BC3-1BE7-AF43-13E05735920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9238883" y="617467"/>
            <a:ext cx="2328863" cy="2328863"/>
          </a:xfrm>
          <a:prstGeom prst="rect">
            <a:avLst/>
          </a:prstGeom>
        </p:spPr>
      </p:pic>
    </p:spTree>
    <p:extLst>
      <p:ext uri="{BB962C8B-B14F-4D97-AF65-F5344CB8AC3E}">
        <p14:creationId xmlns:p14="http://schemas.microsoft.com/office/powerpoint/2010/main" val="1804633603"/>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71324">
              <a:srgbClr val="548135"/>
            </a:gs>
            <a:gs pos="29000">
              <a:schemeClr val="accent6">
                <a:lumMod val="80000"/>
              </a:schemeClr>
            </a:gs>
            <a:gs pos="32000">
              <a:schemeClr val="accent6">
                <a:lumMod val="89000"/>
              </a:schemeClr>
            </a:gs>
            <a:gs pos="67000">
              <a:srgbClr val="60943D"/>
            </a:gs>
            <a:gs pos="56000">
              <a:schemeClr val="accent6">
                <a:lumMod val="75000"/>
              </a:schemeClr>
            </a:gs>
            <a:gs pos="97000">
              <a:schemeClr val="accent6">
                <a:lumMod val="70000"/>
              </a:schemeClr>
            </a:gs>
          </a:gsLst>
          <a:path path="shape">
            <a:fillToRect l="50000" t="50000" r="50000" b="50000"/>
          </a:path>
        </a:gradFill>
        <a:effectLst/>
      </p:bgPr>
    </p:bg>
    <p:spTree>
      <p:nvGrpSpPr>
        <p:cNvPr id="1" name="">
          <a:extLst>
            <a:ext uri="{FF2B5EF4-FFF2-40B4-BE49-F238E27FC236}">
              <a16:creationId xmlns:a16="http://schemas.microsoft.com/office/drawing/2014/main" id="{B5B31A2D-2F8F-B7F3-9273-BDAAE12F9071}"/>
            </a:ext>
          </a:extLst>
        </p:cNvPr>
        <p:cNvGrpSpPr/>
        <p:nvPr/>
      </p:nvGrpSpPr>
      <p:grpSpPr>
        <a:xfrm>
          <a:off x="0" y="0"/>
          <a:ext cx="0" cy="0"/>
          <a:chOff x="0" y="0"/>
          <a:chExt cx="0" cy="0"/>
        </a:xfrm>
      </p:grpSpPr>
      <p:sp>
        <p:nvSpPr>
          <p:cNvPr id="12" name="Rectangle: Diagonal Corners Snipped 11">
            <a:extLst>
              <a:ext uri="{FF2B5EF4-FFF2-40B4-BE49-F238E27FC236}">
                <a16:creationId xmlns:a16="http://schemas.microsoft.com/office/drawing/2014/main" id="{16E1961C-1F93-0818-7B39-D62DDADEC903}"/>
              </a:ext>
            </a:extLst>
          </p:cNvPr>
          <p:cNvSpPr/>
          <p:nvPr/>
        </p:nvSpPr>
        <p:spPr>
          <a:xfrm>
            <a:off x="624254" y="1523677"/>
            <a:ext cx="10943492" cy="4274849"/>
          </a:xfrm>
          <a:prstGeom prst="snip2DiagRect">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 name="Title 1">
            <a:extLst>
              <a:ext uri="{FF2B5EF4-FFF2-40B4-BE49-F238E27FC236}">
                <a16:creationId xmlns:a16="http://schemas.microsoft.com/office/drawing/2014/main" id="{C7BD7AF3-2CD3-3088-C9A0-6285F0D62E21}"/>
              </a:ext>
            </a:extLst>
          </p:cNvPr>
          <p:cNvSpPr>
            <a:spLocks noGrp="1"/>
          </p:cNvSpPr>
          <p:nvPr>
            <p:ph type="title"/>
          </p:nvPr>
        </p:nvSpPr>
        <p:spPr>
          <a:xfrm>
            <a:off x="838200" y="499749"/>
            <a:ext cx="10515600" cy="328926"/>
          </a:xfrm>
        </p:spPr>
        <p:txBody>
          <a:bodyPr>
            <a:normAutofit fontScale="90000"/>
          </a:bodyPr>
          <a:lstStyle/>
          <a:p>
            <a:r>
              <a:rPr lang="en-PH" dirty="0"/>
              <a:t>The 5 steps in Problem-Solving</a:t>
            </a:r>
          </a:p>
        </p:txBody>
      </p:sp>
      <p:sp>
        <p:nvSpPr>
          <p:cNvPr id="7" name="Rectangle 3">
            <a:extLst>
              <a:ext uri="{FF2B5EF4-FFF2-40B4-BE49-F238E27FC236}">
                <a16:creationId xmlns:a16="http://schemas.microsoft.com/office/drawing/2014/main" id="{C3F701FA-4BB4-A817-CB58-0E83CF1DEEF8}"/>
              </a:ext>
            </a:extLst>
          </p:cNvPr>
          <p:cNvSpPr>
            <a:spLocks noGrp="1" noChangeArrowheads="1"/>
          </p:cNvSpPr>
          <p:nvPr>
            <p:ph idx="1"/>
          </p:nvPr>
        </p:nvSpPr>
        <p:spPr bwMode="auto">
          <a:xfrm>
            <a:off x="1283677" y="1935500"/>
            <a:ext cx="9624646" cy="3451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b="1" dirty="0"/>
              <a:t>3. Choose the Best Solution</a:t>
            </a:r>
          </a:p>
          <a:p>
            <a:pPr marL="0" indent="0">
              <a:buNone/>
            </a:pPr>
            <a:r>
              <a:rPr lang="en-US" dirty="0"/>
              <a:t>Evaluate the possible solutions and select the one that best addresses the problem. Consider which option is most practical, effective, and suitable for the person's needs. Allow the person to participate in making the decision instead of forcing them to follow your choice.</a:t>
            </a:r>
          </a:p>
          <a:p>
            <a:pPr marL="0" indent="0">
              <a:buNone/>
            </a:pPr>
            <a:r>
              <a:rPr lang="en-US" dirty="0"/>
              <a:t>Example: Your friend decides to make a study schedule and ask a classmate for help with difficult lessons.</a:t>
            </a:r>
          </a:p>
        </p:txBody>
      </p:sp>
      <p:pic>
        <p:nvPicPr>
          <p:cNvPr id="5" name="Graphic 4" descr="Target">
            <a:extLst>
              <a:ext uri="{FF2B5EF4-FFF2-40B4-BE49-F238E27FC236}">
                <a16:creationId xmlns:a16="http://schemas.microsoft.com/office/drawing/2014/main" id="{BCD620FF-E1BF-B894-525D-A0E7C32347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50948" y="574838"/>
            <a:ext cx="1897673" cy="1897673"/>
          </a:xfrm>
          <a:prstGeom prst="rect">
            <a:avLst/>
          </a:prstGeom>
        </p:spPr>
      </p:pic>
    </p:spTree>
    <p:extLst>
      <p:ext uri="{BB962C8B-B14F-4D97-AF65-F5344CB8AC3E}">
        <p14:creationId xmlns:p14="http://schemas.microsoft.com/office/powerpoint/2010/main" val="3951990714"/>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71324">
              <a:srgbClr val="548135"/>
            </a:gs>
            <a:gs pos="29000">
              <a:schemeClr val="accent6">
                <a:lumMod val="80000"/>
              </a:schemeClr>
            </a:gs>
            <a:gs pos="32000">
              <a:schemeClr val="accent6">
                <a:lumMod val="89000"/>
              </a:schemeClr>
            </a:gs>
            <a:gs pos="67000">
              <a:srgbClr val="60943D"/>
            </a:gs>
            <a:gs pos="56000">
              <a:schemeClr val="accent6">
                <a:lumMod val="75000"/>
              </a:schemeClr>
            </a:gs>
            <a:gs pos="97000">
              <a:schemeClr val="accent6">
                <a:lumMod val="70000"/>
              </a:schemeClr>
            </a:gs>
          </a:gsLst>
          <a:path path="shape">
            <a:fillToRect l="50000" t="50000" r="50000" b="50000"/>
          </a:path>
        </a:gradFill>
        <a:effectLst/>
      </p:bgPr>
    </p:bg>
    <p:spTree>
      <p:nvGrpSpPr>
        <p:cNvPr id="1" name="">
          <a:extLst>
            <a:ext uri="{FF2B5EF4-FFF2-40B4-BE49-F238E27FC236}">
              <a16:creationId xmlns:a16="http://schemas.microsoft.com/office/drawing/2014/main" id="{18F6C3C4-5117-C315-AECB-2C346839FEA2}"/>
            </a:ext>
          </a:extLst>
        </p:cNvPr>
        <p:cNvGrpSpPr/>
        <p:nvPr/>
      </p:nvGrpSpPr>
      <p:grpSpPr>
        <a:xfrm>
          <a:off x="0" y="0"/>
          <a:ext cx="0" cy="0"/>
          <a:chOff x="0" y="0"/>
          <a:chExt cx="0" cy="0"/>
        </a:xfrm>
      </p:grpSpPr>
      <p:sp>
        <p:nvSpPr>
          <p:cNvPr id="12" name="Rectangle: Diagonal Corners Snipped 11">
            <a:extLst>
              <a:ext uri="{FF2B5EF4-FFF2-40B4-BE49-F238E27FC236}">
                <a16:creationId xmlns:a16="http://schemas.microsoft.com/office/drawing/2014/main" id="{BFDCFEBF-E15D-C368-6EAA-554D5A4C6129}"/>
              </a:ext>
            </a:extLst>
          </p:cNvPr>
          <p:cNvSpPr/>
          <p:nvPr/>
        </p:nvSpPr>
        <p:spPr>
          <a:xfrm>
            <a:off x="624254" y="1523677"/>
            <a:ext cx="10943492" cy="4274849"/>
          </a:xfrm>
          <a:prstGeom prst="snip2DiagRect">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 name="Title 1">
            <a:extLst>
              <a:ext uri="{FF2B5EF4-FFF2-40B4-BE49-F238E27FC236}">
                <a16:creationId xmlns:a16="http://schemas.microsoft.com/office/drawing/2014/main" id="{458B4D46-D08E-363D-635B-E14F3657528B}"/>
              </a:ext>
            </a:extLst>
          </p:cNvPr>
          <p:cNvSpPr>
            <a:spLocks noGrp="1"/>
          </p:cNvSpPr>
          <p:nvPr>
            <p:ph type="title"/>
          </p:nvPr>
        </p:nvSpPr>
        <p:spPr>
          <a:xfrm>
            <a:off x="838200" y="499749"/>
            <a:ext cx="10515600" cy="328926"/>
          </a:xfrm>
        </p:spPr>
        <p:txBody>
          <a:bodyPr>
            <a:normAutofit fontScale="90000"/>
          </a:bodyPr>
          <a:lstStyle/>
          <a:p>
            <a:r>
              <a:rPr lang="en-PH" dirty="0"/>
              <a:t>The 5 steps in Problem-Solving</a:t>
            </a:r>
          </a:p>
        </p:txBody>
      </p:sp>
      <p:sp>
        <p:nvSpPr>
          <p:cNvPr id="7" name="Rectangle 3">
            <a:extLst>
              <a:ext uri="{FF2B5EF4-FFF2-40B4-BE49-F238E27FC236}">
                <a16:creationId xmlns:a16="http://schemas.microsoft.com/office/drawing/2014/main" id="{EF391ABE-B5B5-BC78-399F-39740DD719CA}"/>
              </a:ext>
            </a:extLst>
          </p:cNvPr>
          <p:cNvSpPr>
            <a:spLocks noGrp="1" noChangeArrowheads="1"/>
          </p:cNvSpPr>
          <p:nvPr>
            <p:ph idx="1"/>
          </p:nvPr>
        </p:nvSpPr>
        <p:spPr bwMode="auto">
          <a:xfrm>
            <a:off x="1283677" y="2129399"/>
            <a:ext cx="9624646" cy="3063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b="1" dirty="0"/>
              <a:t>4. Implement the Solution</a:t>
            </a:r>
          </a:p>
          <a:p>
            <a:pPr marL="0" indent="0">
              <a:buNone/>
            </a:pPr>
            <a:r>
              <a:rPr lang="en-US" dirty="0"/>
              <a:t>Put the chosen solution into action. Offer encouragement and practical support while allowing the person to take responsibility for their decisions. Be patient because solving a problem may take time, effort, and adjustments.</a:t>
            </a:r>
          </a:p>
          <a:p>
            <a:pPr marL="0" indent="0">
              <a:buNone/>
            </a:pPr>
            <a:r>
              <a:rPr lang="en-US" dirty="0"/>
              <a:t>Example: Your friend follows the study schedule, completes assignments one at a time, and studies with a classmate.</a:t>
            </a:r>
          </a:p>
        </p:txBody>
      </p:sp>
      <p:pic>
        <p:nvPicPr>
          <p:cNvPr id="5" name="Graphic 4" descr="Sign Language">
            <a:extLst>
              <a:ext uri="{FF2B5EF4-FFF2-40B4-BE49-F238E27FC236}">
                <a16:creationId xmlns:a16="http://schemas.microsoft.com/office/drawing/2014/main" id="{D823F40B-08B9-300C-5C40-EBCB6BD69B1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600891" y="499749"/>
            <a:ext cx="2197711" cy="2197711"/>
          </a:xfrm>
          <a:prstGeom prst="rect">
            <a:avLst/>
          </a:prstGeom>
        </p:spPr>
      </p:pic>
    </p:spTree>
    <p:extLst>
      <p:ext uri="{BB962C8B-B14F-4D97-AF65-F5344CB8AC3E}">
        <p14:creationId xmlns:p14="http://schemas.microsoft.com/office/powerpoint/2010/main" val="2870599619"/>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71324">
              <a:srgbClr val="548135"/>
            </a:gs>
            <a:gs pos="29000">
              <a:schemeClr val="accent6">
                <a:lumMod val="80000"/>
              </a:schemeClr>
            </a:gs>
            <a:gs pos="32000">
              <a:schemeClr val="accent6">
                <a:lumMod val="89000"/>
              </a:schemeClr>
            </a:gs>
            <a:gs pos="67000">
              <a:srgbClr val="60943D"/>
            </a:gs>
            <a:gs pos="56000">
              <a:schemeClr val="accent6">
                <a:lumMod val="75000"/>
              </a:schemeClr>
            </a:gs>
            <a:gs pos="97000">
              <a:schemeClr val="accent6">
                <a:lumMod val="70000"/>
              </a:schemeClr>
            </a:gs>
          </a:gsLst>
          <a:path path="shape">
            <a:fillToRect l="50000" t="50000" r="50000" b="50000"/>
          </a:path>
        </a:gradFill>
        <a:effectLst/>
      </p:bgPr>
    </p:bg>
    <p:spTree>
      <p:nvGrpSpPr>
        <p:cNvPr id="1" name="">
          <a:extLst>
            <a:ext uri="{FF2B5EF4-FFF2-40B4-BE49-F238E27FC236}">
              <a16:creationId xmlns:a16="http://schemas.microsoft.com/office/drawing/2014/main" id="{4862B724-ACA6-65E4-15C2-9138589B4454}"/>
            </a:ext>
          </a:extLst>
        </p:cNvPr>
        <p:cNvGrpSpPr/>
        <p:nvPr/>
      </p:nvGrpSpPr>
      <p:grpSpPr>
        <a:xfrm>
          <a:off x="0" y="0"/>
          <a:ext cx="0" cy="0"/>
          <a:chOff x="0" y="0"/>
          <a:chExt cx="0" cy="0"/>
        </a:xfrm>
      </p:grpSpPr>
      <p:sp>
        <p:nvSpPr>
          <p:cNvPr id="12" name="Rectangle: Diagonal Corners Snipped 11">
            <a:extLst>
              <a:ext uri="{FF2B5EF4-FFF2-40B4-BE49-F238E27FC236}">
                <a16:creationId xmlns:a16="http://schemas.microsoft.com/office/drawing/2014/main" id="{6AF0FB16-54F0-55C2-61E3-8622F9530C30}"/>
              </a:ext>
            </a:extLst>
          </p:cNvPr>
          <p:cNvSpPr/>
          <p:nvPr/>
        </p:nvSpPr>
        <p:spPr>
          <a:xfrm>
            <a:off x="624254" y="1523677"/>
            <a:ext cx="10943492" cy="4274849"/>
          </a:xfrm>
          <a:prstGeom prst="snip2DiagRect">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 name="Title 1">
            <a:extLst>
              <a:ext uri="{FF2B5EF4-FFF2-40B4-BE49-F238E27FC236}">
                <a16:creationId xmlns:a16="http://schemas.microsoft.com/office/drawing/2014/main" id="{22361E20-A092-8FE5-BEAD-03E60DBB2726}"/>
              </a:ext>
            </a:extLst>
          </p:cNvPr>
          <p:cNvSpPr>
            <a:spLocks noGrp="1"/>
          </p:cNvSpPr>
          <p:nvPr>
            <p:ph type="title"/>
          </p:nvPr>
        </p:nvSpPr>
        <p:spPr>
          <a:xfrm>
            <a:off x="838200" y="499749"/>
            <a:ext cx="10515600" cy="328926"/>
          </a:xfrm>
        </p:spPr>
        <p:txBody>
          <a:bodyPr>
            <a:normAutofit fontScale="90000"/>
          </a:bodyPr>
          <a:lstStyle/>
          <a:p>
            <a:r>
              <a:rPr lang="en-PH" dirty="0"/>
              <a:t>The 5 steps in Problem-Solving</a:t>
            </a:r>
          </a:p>
        </p:txBody>
      </p:sp>
      <p:sp>
        <p:nvSpPr>
          <p:cNvPr id="7" name="Rectangle 3">
            <a:extLst>
              <a:ext uri="{FF2B5EF4-FFF2-40B4-BE49-F238E27FC236}">
                <a16:creationId xmlns:a16="http://schemas.microsoft.com/office/drawing/2014/main" id="{C7BFF87D-D6AE-9627-7A79-A8C1526DAAB4}"/>
              </a:ext>
            </a:extLst>
          </p:cNvPr>
          <p:cNvSpPr>
            <a:spLocks noGrp="1" noChangeArrowheads="1"/>
          </p:cNvSpPr>
          <p:nvPr>
            <p:ph idx="1"/>
          </p:nvPr>
        </p:nvSpPr>
        <p:spPr bwMode="auto">
          <a:xfrm>
            <a:off x="1283677" y="1741601"/>
            <a:ext cx="9624646" cy="383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b="1" dirty="0"/>
              <a:t>5. Evaluate the Result</a:t>
            </a:r>
          </a:p>
          <a:p>
            <a:pPr marL="0" indent="0">
              <a:buNone/>
            </a:pPr>
            <a:r>
              <a:rPr lang="en-US" dirty="0"/>
              <a:t>After trying the solution, check whether it has helped solve the problem. Talk about what worked well, what did not work, and what could be improved. If the problem remains, consider trying another solution.</a:t>
            </a:r>
          </a:p>
          <a:p>
            <a:pPr marL="0" indent="0">
              <a:buNone/>
            </a:pPr>
            <a:r>
              <a:rPr lang="en-US" dirty="0"/>
              <a:t>Example: Your friend checks whether the study schedule has reduced stress and helped finish assignments on time. If not, your friend may adjust the schedule or ask a teacher for additional support.</a:t>
            </a:r>
          </a:p>
        </p:txBody>
      </p:sp>
      <p:pic>
        <p:nvPicPr>
          <p:cNvPr id="5" name="Graphic 4" descr="Pie chart">
            <a:extLst>
              <a:ext uri="{FF2B5EF4-FFF2-40B4-BE49-F238E27FC236}">
                <a16:creationId xmlns:a16="http://schemas.microsoft.com/office/drawing/2014/main" id="{E3D7C2E8-4762-8B5B-A42F-615802D5214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33376" y="356038"/>
            <a:ext cx="1842721" cy="1842721"/>
          </a:xfrm>
          <a:prstGeom prst="rect">
            <a:avLst/>
          </a:prstGeom>
        </p:spPr>
      </p:pic>
    </p:spTree>
    <p:extLst>
      <p:ext uri="{BB962C8B-B14F-4D97-AF65-F5344CB8AC3E}">
        <p14:creationId xmlns:p14="http://schemas.microsoft.com/office/powerpoint/2010/main" val="2721786655"/>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D21D80D-8202-FF87-1ED6-25EB300C6389}"/>
              </a:ext>
            </a:extLst>
          </p:cNvPr>
          <p:cNvSpPr/>
          <p:nvPr/>
        </p:nvSpPr>
        <p:spPr>
          <a:xfrm>
            <a:off x="428625" y="1690688"/>
            <a:ext cx="11329988" cy="4351338"/>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 name="Title 1">
            <a:extLst>
              <a:ext uri="{FF2B5EF4-FFF2-40B4-BE49-F238E27FC236}">
                <a16:creationId xmlns:a16="http://schemas.microsoft.com/office/drawing/2014/main" id="{7BFE3D55-D0E7-1E32-7109-9BA571BB88A8}"/>
              </a:ext>
            </a:extLst>
          </p:cNvPr>
          <p:cNvSpPr>
            <a:spLocks noGrp="1"/>
          </p:cNvSpPr>
          <p:nvPr>
            <p:ph type="title"/>
          </p:nvPr>
        </p:nvSpPr>
        <p:spPr>
          <a:xfrm>
            <a:off x="838200" y="297656"/>
            <a:ext cx="10515600" cy="1325563"/>
          </a:xfrm>
        </p:spPr>
        <p:txBody>
          <a:bodyPr>
            <a:normAutofit/>
          </a:bodyPr>
          <a:lstStyle/>
          <a:p>
            <a:pPr algn="ctr"/>
            <a:r>
              <a:rPr lang="en-PH" sz="6600" dirty="0">
                <a:latin typeface="Aptos" panose="020B0004020202020204" pitchFamily="34" charset="0"/>
              </a:rPr>
              <a:t>REMEMBER!</a:t>
            </a:r>
          </a:p>
        </p:txBody>
      </p:sp>
      <p:sp>
        <p:nvSpPr>
          <p:cNvPr id="3" name="Content Placeholder 2">
            <a:extLst>
              <a:ext uri="{FF2B5EF4-FFF2-40B4-BE49-F238E27FC236}">
                <a16:creationId xmlns:a16="http://schemas.microsoft.com/office/drawing/2014/main" id="{A17F0DBD-373D-DB0E-BE87-56B4036017BA}"/>
              </a:ext>
            </a:extLst>
          </p:cNvPr>
          <p:cNvSpPr>
            <a:spLocks noGrp="1"/>
          </p:cNvSpPr>
          <p:nvPr>
            <p:ph idx="1"/>
          </p:nvPr>
        </p:nvSpPr>
        <p:spPr/>
        <p:txBody>
          <a:bodyPr>
            <a:normAutofit lnSpcReduction="10000"/>
          </a:bodyPr>
          <a:lstStyle/>
          <a:p>
            <a:r>
              <a:rPr lang="en-PH" dirty="0"/>
              <a:t>We do not solve problems for another person. They should be the ones to come up with the solution themselves. </a:t>
            </a:r>
          </a:p>
          <a:p>
            <a:r>
              <a:rPr lang="en-PH" dirty="0"/>
              <a:t>What we offer is our companionship and understanding. Our presence is our contribution to helping the person handle his or her issues. </a:t>
            </a:r>
          </a:p>
          <a:p>
            <a:r>
              <a:rPr lang="en-PH" dirty="0"/>
              <a:t>Do not give advice. Sometimes, what anxious people need is not advice but someone willing to listen to them and not make judgements. </a:t>
            </a:r>
          </a:p>
          <a:p>
            <a:r>
              <a:rPr lang="en-PH" dirty="0"/>
              <a:t>Be present. </a:t>
            </a:r>
          </a:p>
          <a:p>
            <a:r>
              <a:rPr lang="en-PH" dirty="0"/>
              <a:t>Listen.</a:t>
            </a:r>
          </a:p>
        </p:txBody>
      </p:sp>
      <p:pic>
        <p:nvPicPr>
          <p:cNvPr id="6" name="Graphic 5" descr="Lightbulb and gear">
            <a:extLst>
              <a:ext uri="{FF2B5EF4-FFF2-40B4-BE49-F238E27FC236}">
                <a16:creationId xmlns:a16="http://schemas.microsoft.com/office/drawing/2014/main" id="{06B7B3B7-6C5A-AB1E-6AAF-67B7E1094C4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54394" y="181602"/>
            <a:ext cx="1557670" cy="1557670"/>
          </a:xfrm>
          <a:prstGeom prst="rect">
            <a:avLst/>
          </a:prstGeom>
        </p:spPr>
      </p:pic>
    </p:spTree>
    <p:extLst>
      <p:ext uri="{BB962C8B-B14F-4D97-AF65-F5344CB8AC3E}">
        <p14:creationId xmlns:p14="http://schemas.microsoft.com/office/powerpoint/2010/main" val="464572816"/>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71324">
              <a:srgbClr val="548135"/>
            </a:gs>
            <a:gs pos="29000">
              <a:schemeClr val="accent6">
                <a:lumMod val="80000"/>
              </a:schemeClr>
            </a:gs>
            <a:gs pos="32000">
              <a:schemeClr val="accent6">
                <a:lumMod val="89000"/>
              </a:schemeClr>
            </a:gs>
            <a:gs pos="67000">
              <a:srgbClr val="60943D"/>
            </a:gs>
            <a:gs pos="56000">
              <a:schemeClr val="accent6">
                <a:lumMod val="75000"/>
              </a:schemeClr>
            </a:gs>
            <a:gs pos="97000">
              <a:schemeClr val="accent6">
                <a:lumMod val="70000"/>
              </a:schemeClr>
            </a:gs>
          </a:gsLst>
          <a:path path="shape">
            <a:fillToRect l="50000" t="50000" r="50000" b="5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A5687-89E1-2C1F-009F-83B08DCC970E}"/>
              </a:ext>
            </a:extLst>
          </p:cNvPr>
          <p:cNvSpPr>
            <a:spLocks noGrp="1"/>
          </p:cNvSpPr>
          <p:nvPr>
            <p:ph type="title"/>
          </p:nvPr>
        </p:nvSpPr>
        <p:spPr>
          <a:xfrm>
            <a:off x="1" y="0"/>
            <a:ext cx="12192000" cy="1453485"/>
          </a:xfrm>
        </p:spPr>
        <p:txBody>
          <a:bodyPr>
            <a:normAutofit/>
          </a:bodyPr>
          <a:lstStyle/>
          <a:p>
            <a:pPr algn="ctr"/>
            <a:r>
              <a:rPr lang="en-PH" dirty="0">
                <a:latin typeface="Bahnschrift" panose="020B0502040204020203" pitchFamily="34" charset="0"/>
              </a:rPr>
              <a:t>Patience Grows As We Serve Others</a:t>
            </a:r>
          </a:p>
        </p:txBody>
      </p:sp>
      <p:sp>
        <p:nvSpPr>
          <p:cNvPr id="3" name="Content Placeholder 2">
            <a:extLst>
              <a:ext uri="{FF2B5EF4-FFF2-40B4-BE49-F238E27FC236}">
                <a16:creationId xmlns:a16="http://schemas.microsoft.com/office/drawing/2014/main" id="{42F1D957-83E6-7DB1-F429-970F649CB5C7}"/>
              </a:ext>
            </a:extLst>
          </p:cNvPr>
          <p:cNvSpPr>
            <a:spLocks noGrp="1"/>
          </p:cNvSpPr>
          <p:nvPr>
            <p:ph idx="1"/>
          </p:nvPr>
        </p:nvSpPr>
        <p:spPr>
          <a:xfrm>
            <a:off x="308344" y="1052623"/>
            <a:ext cx="11536326" cy="5486400"/>
          </a:xfrm>
        </p:spPr>
        <p:txBody>
          <a:bodyPr>
            <a:normAutofit fontScale="92500" lnSpcReduction="20000"/>
          </a:bodyPr>
          <a:lstStyle/>
          <a:p>
            <a:r>
              <a:rPr lang="en-PH" dirty="0"/>
              <a:t>What is Patience?</a:t>
            </a:r>
          </a:p>
          <a:p>
            <a:r>
              <a:rPr lang="en-PH" dirty="0"/>
              <a:t>The word “patience” comes from the Latin word </a:t>
            </a:r>
            <a:r>
              <a:rPr lang="en-PH" dirty="0" err="1"/>
              <a:t>pati</a:t>
            </a:r>
            <a:r>
              <a:rPr lang="en-PH" dirty="0"/>
              <a:t>, which means “to suffer,” “to endure,” and “to bear.”</a:t>
            </a:r>
          </a:p>
          <a:p>
            <a:r>
              <a:rPr lang="en-PH" dirty="0"/>
              <a:t>This already tells us about the discipline and self-control that come with being patient.</a:t>
            </a:r>
          </a:p>
          <a:p>
            <a:r>
              <a:rPr lang="en-PH" dirty="0"/>
              <a:t>Patience means having the ability to do a task or to wait for someone or something without complaining or getting angry.</a:t>
            </a:r>
          </a:p>
          <a:p>
            <a:r>
              <a:rPr lang="en-PH" dirty="0"/>
              <a:t>You are patient when you can control your impulse to burst into explosive words, such as when teaching your grandparents how to use their cellular phone or a computer.</a:t>
            </a:r>
          </a:p>
          <a:p>
            <a:r>
              <a:rPr lang="en-PH" dirty="0"/>
              <a:t>You are patient when you listen attentively to another person sharing their concerns in life.</a:t>
            </a:r>
          </a:p>
          <a:p>
            <a:r>
              <a:rPr lang="en-PH" dirty="0"/>
              <a:t>When you are impatient, you cannot sincerely help another person. Our impatience with others can be an indication that we think too highly of ourselves, and that we do not think of others highly enough.</a:t>
            </a:r>
          </a:p>
          <a:p>
            <a:r>
              <a:rPr lang="en-PH" dirty="0"/>
              <a:t>This tells us that we need humility to be patient.</a:t>
            </a:r>
          </a:p>
        </p:txBody>
      </p:sp>
    </p:spTree>
    <p:extLst>
      <p:ext uri="{BB962C8B-B14F-4D97-AF65-F5344CB8AC3E}">
        <p14:creationId xmlns:p14="http://schemas.microsoft.com/office/powerpoint/2010/main" val="52608641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71324">
              <a:srgbClr val="548135"/>
            </a:gs>
            <a:gs pos="29000">
              <a:schemeClr val="accent6">
                <a:lumMod val="80000"/>
              </a:schemeClr>
            </a:gs>
            <a:gs pos="32000">
              <a:schemeClr val="accent6">
                <a:lumMod val="89000"/>
              </a:schemeClr>
            </a:gs>
            <a:gs pos="67000">
              <a:srgbClr val="60943D"/>
            </a:gs>
            <a:gs pos="56000">
              <a:schemeClr val="accent6">
                <a:lumMod val="75000"/>
              </a:schemeClr>
            </a:gs>
            <a:gs pos="97000">
              <a:schemeClr val="accent6">
                <a:lumMod val="70000"/>
              </a:schemeClr>
            </a:gs>
          </a:gsLst>
          <a:path path="shape">
            <a:fillToRect l="50000" t="50000" r="50000" b="5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6F105-F3FC-92D1-E5D8-9A7791EBE2A3}"/>
              </a:ext>
            </a:extLst>
          </p:cNvPr>
          <p:cNvSpPr>
            <a:spLocks noGrp="1"/>
          </p:cNvSpPr>
          <p:nvPr>
            <p:ph type="title"/>
          </p:nvPr>
        </p:nvSpPr>
        <p:spPr>
          <a:xfrm>
            <a:off x="838200" y="-230299"/>
            <a:ext cx="10515600" cy="1325563"/>
          </a:xfrm>
        </p:spPr>
        <p:txBody>
          <a:bodyPr/>
          <a:lstStyle/>
          <a:p>
            <a:pPr algn="ctr"/>
            <a:r>
              <a:rPr lang="en-PH" dirty="0">
                <a:latin typeface="Bahnschrift" panose="020B0502040204020203" pitchFamily="34" charset="0"/>
              </a:rPr>
              <a:t>Patience Grows As We Serve Others </a:t>
            </a:r>
          </a:p>
        </p:txBody>
      </p:sp>
      <p:sp>
        <p:nvSpPr>
          <p:cNvPr id="5" name="Rectangle 2">
            <a:extLst>
              <a:ext uri="{FF2B5EF4-FFF2-40B4-BE49-F238E27FC236}">
                <a16:creationId xmlns:a16="http://schemas.microsoft.com/office/drawing/2014/main" id="{A110E795-E602-369B-A7B2-179B26832B4E}"/>
              </a:ext>
            </a:extLst>
          </p:cNvPr>
          <p:cNvSpPr>
            <a:spLocks noGrp="1" noChangeArrowheads="1"/>
          </p:cNvSpPr>
          <p:nvPr>
            <p:ph idx="1"/>
          </p:nvPr>
        </p:nvSpPr>
        <p:spPr bwMode="auto">
          <a:xfrm>
            <a:off x="0" y="1335625"/>
            <a:ext cx="12385570" cy="4806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120"/>
              </a:spcBef>
              <a:spcAft>
                <a:spcPts val="120"/>
              </a:spcAft>
              <a:buClrTx/>
              <a:buSzTx/>
              <a:buFontTx/>
              <a:buChar char="•"/>
              <a:tabLst/>
            </a:pPr>
            <a:r>
              <a:rPr kumimoji="0" lang="en-US" altLang="en-US" sz="2400" b="0" i="0" u="sng" strike="noStrike" cap="none" normalizeH="0" baseline="0" dirty="0">
                <a:ln>
                  <a:noFill/>
                </a:ln>
                <a:solidFill>
                  <a:schemeClr val="tx1"/>
                </a:solidFill>
                <a:effectLst/>
                <a:latin typeface="Arial" panose="020B0604020202020204" pitchFamily="34" charset="0"/>
              </a:rPr>
              <a:t>Helping Others Builds Empathy</a:t>
            </a:r>
            <a:r>
              <a:rPr kumimoji="0" lang="en-US" altLang="en-US" sz="2400" b="0" i="0" u="none" strike="noStrike" cap="none" normalizeH="0" baseline="0" dirty="0">
                <a:ln>
                  <a:noFill/>
                </a:ln>
                <a:solidFill>
                  <a:schemeClr val="tx1"/>
                </a:solidFill>
                <a:effectLst/>
                <a:latin typeface="Arial" panose="020B0604020202020204" pitchFamily="34" charset="0"/>
              </a:rPr>
              <a:t> </a:t>
            </a:r>
            <a:r>
              <a:rPr lang="en-US" altLang="en-US" sz="2400" dirty="0">
                <a:latin typeface="Arial" panose="020B0604020202020204" pitchFamily="34" charset="0"/>
              </a:rPr>
              <a:t>-</a:t>
            </a:r>
            <a:r>
              <a:rPr kumimoji="0" lang="en-US" altLang="en-US" sz="2400" b="0" i="0" u="none" strike="noStrike" cap="none" normalizeH="0" baseline="0" dirty="0">
                <a:ln>
                  <a:noFill/>
                </a:ln>
                <a:solidFill>
                  <a:schemeClr val="tx1"/>
                </a:solidFill>
                <a:effectLst/>
                <a:latin typeface="Arial" panose="020B0604020202020204" pitchFamily="34" charset="0"/>
              </a:rPr>
              <a:t> Helping people in difficult situations develops empathy, </a:t>
            </a:r>
          </a:p>
          <a:p>
            <a:pPr marL="0" marR="0" lvl="0" indent="0" algn="l" defTabSz="914400" rtl="0" eaLnBrk="0" fontAlgn="base" latinLnBrk="0" hangingPunct="0">
              <a:lnSpc>
                <a:spcPct val="100000"/>
              </a:lnSpc>
              <a:spcBef>
                <a:spcPts val="120"/>
              </a:spcBef>
              <a:spcAft>
                <a:spcPts val="12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positive emotions, and social skills.</a:t>
            </a:r>
          </a:p>
          <a:p>
            <a:pPr marL="0" marR="0" lvl="0" indent="0" algn="l" defTabSz="914400" rtl="0" eaLnBrk="0" fontAlgn="base" latinLnBrk="0" hangingPunct="0">
              <a:lnSpc>
                <a:spcPct val="100000"/>
              </a:lnSpc>
              <a:spcBef>
                <a:spcPts val="120"/>
              </a:spcBef>
              <a:spcAft>
                <a:spcPts val="120"/>
              </a:spcAft>
              <a:buClrTx/>
              <a:buSzTx/>
              <a:buFontTx/>
              <a:buChar char="•"/>
              <a:tabLst/>
            </a:pPr>
            <a:r>
              <a:rPr kumimoji="0" lang="en-US" altLang="en-US" sz="2400" b="0" i="0" u="sng" strike="noStrike" cap="none" normalizeH="0" baseline="0" dirty="0">
                <a:ln>
                  <a:noFill/>
                </a:ln>
                <a:solidFill>
                  <a:schemeClr val="tx1"/>
                </a:solidFill>
                <a:effectLst/>
                <a:latin typeface="Arial" panose="020B0604020202020204" pitchFamily="34" charset="0"/>
              </a:rPr>
              <a:t>Patience Requires Self-Control </a:t>
            </a:r>
            <a:r>
              <a:rPr kumimoji="0" lang="en-US" altLang="en-US" sz="2400" b="0" i="0" u="none" strike="noStrike" cap="none" normalizeH="0" baseline="0" dirty="0">
                <a:ln>
                  <a:noFill/>
                </a:ln>
                <a:solidFill>
                  <a:schemeClr val="tx1"/>
                </a:solidFill>
                <a:effectLst/>
                <a:latin typeface="Arial" panose="020B0604020202020204" pitchFamily="34" charset="0"/>
              </a:rPr>
              <a:t>- Patience means doing a task or waiting for someone </a:t>
            </a:r>
          </a:p>
          <a:p>
            <a:pPr marL="0" marR="0" lvl="0" indent="0" algn="l" defTabSz="914400" rtl="0" eaLnBrk="0" fontAlgn="base" latinLnBrk="0" hangingPunct="0">
              <a:lnSpc>
                <a:spcPct val="100000"/>
              </a:lnSpc>
              <a:spcBef>
                <a:spcPts val="120"/>
              </a:spcBef>
              <a:spcAft>
                <a:spcPts val="12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without complaining or getting angry.</a:t>
            </a:r>
          </a:p>
          <a:p>
            <a:pPr marL="0" marR="0" lvl="0" indent="0" algn="l" defTabSz="914400" rtl="0" eaLnBrk="0" fontAlgn="base" latinLnBrk="0" hangingPunct="0">
              <a:lnSpc>
                <a:spcPct val="100000"/>
              </a:lnSpc>
              <a:spcBef>
                <a:spcPts val="120"/>
              </a:spcBef>
              <a:spcAft>
                <a:spcPts val="120"/>
              </a:spcAft>
              <a:buClrTx/>
              <a:buSzTx/>
              <a:buFontTx/>
              <a:buChar char="•"/>
              <a:tabLst/>
            </a:pPr>
            <a:r>
              <a:rPr kumimoji="0" lang="en-US" altLang="en-US" sz="2400" b="0" i="0" u="sng" strike="noStrike" cap="none" normalizeH="0" baseline="0" dirty="0">
                <a:ln>
                  <a:noFill/>
                </a:ln>
                <a:solidFill>
                  <a:schemeClr val="tx1"/>
                </a:solidFill>
                <a:effectLst/>
                <a:latin typeface="Arial" panose="020B0604020202020204" pitchFamily="34" charset="0"/>
              </a:rPr>
              <a:t>Be Patient When Helping </a:t>
            </a:r>
            <a:r>
              <a:rPr kumimoji="0" lang="en-US" altLang="en-US" sz="2400" b="0" i="0" u="none" strike="noStrike" cap="none" normalizeH="0" baseline="0" dirty="0">
                <a:ln>
                  <a:noFill/>
                </a:ln>
                <a:solidFill>
                  <a:schemeClr val="tx1"/>
                </a:solidFill>
                <a:effectLst/>
                <a:latin typeface="Arial" panose="020B0604020202020204" pitchFamily="34" charset="0"/>
              </a:rPr>
              <a:t>-Listen attentively, understand others’ concerns, </a:t>
            </a:r>
          </a:p>
          <a:p>
            <a:pPr marL="0" marR="0" lvl="0" indent="0" algn="l" defTabSz="914400" rtl="0" eaLnBrk="0" fontAlgn="base" latinLnBrk="0" hangingPunct="0">
              <a:lnSpc>
                <a:spcPct val="100000"/>
              </a:lnSpc>
              <a:spcBef>
                <a:spcPts val="120"/>
              </a:spcBef>
              <a:spcAft>
                <a:spcPts val="12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and patiently teach or guide them.</a:t>
            </a:r>
          </a:p>
          <a:p>
            <a:pPr marL="0" marR="0" lvl="0" indent="0" algn="l" defTabSz="914400" rtl="0" eaLnBrk="0" fontAlgn="base" latinLnBrk="0" hangingPunct="0">
              <a:lnSpc>
                <a:spcPct val="100000"/>
              </a:lnSpc>
              <a:spcBef>
                <a:spcPts val="120"/>
              </a:spcBef>
              <a:spcAft>
                <a:spcPts val="120"/>
              </a:spcAft>
              <a:buClrTx/>
              <a:buSzTx/>
              <a:buFontTx/>
              <a:buChar char="•"/>
              <a:tabLst/>
            </a:pPr>
            <a:r>
              <a:rPr kumimoji="0" lang="en-US" altLang="en-US" sz="2400" b="0" i="0" u="sng" strike="noStrike" cap="none" normalizeH="0" baseline="0" dirty="0">
                <a:ln>
                  <a:noFill/>
                </a:ln>
                <a:solidFill>
                  <a:schemeClr val="tx1"/>
                </a:solidFill>
                <a:effectLst/>
                <a:latin typeface="Arial" panose="020B0604020202020204" pitchFamily="34" charset="0"/>
              </a:rPr>
              <a:t>Patience Is Challenging Today </a:t>
            </a:r>
            <a:r>
              <a:rPr kumimoji="0" lang="en-US" altLang="en-US" sz="2400" b="0" i="0" u="none" strike="noStrike" cap="none" normalizeH="0" baseline="0" dirty="0">
                <a:ln>
                  <a:noFill/>
                </a:ln>
                <a:solidFill>
                  <a:schemeClr val="tx1"/>
                </a:solidFill>
                <a:effectLst/>
                <a:latin typeface="Arial" panose="020B0604020202020204" pitchFamily="34" charset="0"/>
              </a:rPr>
              <a:t>- Modern technology makes many things instant,</a:t>
            </a:r>
          </a:p>
          <a:p>
            <a:pPr marL="0" marR="0" lvl="0" indent="0" algn="l" defTabSz="914400" rtl="0" eaLnBrk="0" fontAlgn="base" latinLnBrk="0" hangingPunct="0">
              <a:lnSpc>
                <a:spcPct val="100000"/>
              </a:lnSpc>
              <a:spcBef>
                <a:spcPts val="120"/>
              </a:spcBef>
              <a:spcAft>
                <a:spcPts val="120"/>
              </a:spcAft>
              <a:buClrTx/>
              <a:buSzTx/>
              <a:buNone/>
              <a:tabLst/>
            </a:pPr>
            <a:r>
              <a:rPr lang="en-US" altLang="en-US" sz="2400" dirty="0">
                <a:latin typeface="Arial" panose="020B0604020202020204" pitchFamily="34" charset="0"/>
              </a:rPr>
              <a:t>s</a:t>
            </a:r>
            <a:r>
              <a:rPr kumimoji="0" lang="en-US" altLang="en-US" sz="2400" b="0" i="0" u="none" strike="noStrike" cap="none" normalizeH="0" baseline="0" dirty="0">
                <a:ln>
                  <a:noFill/>
                </a:ln>
                <a:solidFill>
                  <a:schemeClr val="tx1"/>
                </a:solidFill>
                <a:effectLst/>
                <a:latin typeface="Arial" panose="020B0604020202020204" pitchFamily="34" charset="0"/>
              </a:rPr>
              <a:t>o, people may become used to getting things quickly.</a:t>
            </a:r>
          </a:p>
          <a:p>
            <a:pPr marL="0" marR="0" lvl="0" indent="0" algn="l" defTabSz="914400" rtl="0" eaLnBrk="0" fontAlgn="base" latinLnBrk="0" hangingPunct="0">
              <a:lnSpc>
                <a:spcPct val="100000"/>
              </a:lnSpc>
              <a:spcBef>
                <a:spcPts val="120"/>
              </a:spcBef>
              <a:spcAft>
                <a:spcPts val="120"/>
              </a:spcAft>
              <a:buClrTx/>
              <a:buSzTx/>
              <a:buFontTx/>
              <a:buChar char="•"/>
              <a:tabLst/>
            </a:pPr>
            <a:r>
              <a:rPr kumimoji="0" lang="en-US" altLang="en-US" sz="2400" b="0" i="0" u="sng" strike="noStrike" cap="none" normalizeH="0" baseline="0" dirty="0">
                <a:ln>
                  <a:noFill/>
                </a:ln>
                <a:solidFill>
                  <a:schemeClr val="tx1"/>
                </a:solidFill>
                <a:effectLst/>
                <a:latin typeface="Arial" panose="020B0604020202020204" pitchFamily="34" charset="0"/>
              </a:rPr>
              <a:t>Patience Develops Through Practice </a:t>
            </a:r>
            <a:r>
              <a:rPr kumimoji="0" lang="en-US" altLang="en-US" sz="2400" b="0" i="0" u="none" strike="noStrike" cap="none" normalizeH="0" baseline="0" dirty="0">
                <a:ln>
                  <a:noFill/>
                </a:ln>
                <a:solidFill>
                  <a:schemeClr val="tx1"/>
                </a:solidFill>
                <a:effectLst/>
                <a:latin typeface="Arial" panose="020B0604020202020204" pitchFamily="34" charset="0"/>
              </a:rPr>
              <a:t>- The more we help others solve problems, </a:t>
            </a:r>
          </a:p>
          <a:p>
            <a:pPr marL="0" marR="0" lvl="0" indent="0" algn="l" defTabSz="914400" rtl="0" eaLnBrk="0" fontAlgn="base" latinLnBrk="0" hangingPunct="0">
              <a:lnSpc>
                <a:spcPct val="100000"/>
              </a:lnSpc>
              <a:spcBef>
                <a:spcPts val="120"/>
              </a:spcBef>
              <a:spcAft>
                <a:spcPts val="12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the more patient we become.</a:t>
            </a:r>
          </a:p>
          <a:p>
            <a:pPr marL="0" marR="0" lvl="0" indent="0" algn="l" defTabSz="914400" rtl="0" eaLnBrk="0" fontAlgn="base" latinLnBrk="0" hangingPunct="0">
              <a:lnSpc>
                <a:spcPct val="100000"/>
              </a:lnSpc>
              <a:spcBef>
                <a:spcPts val="120"/>
              </a:spcBef>
              <a:spcAft>
                <a:spcPts val="120"/>
              </a:spcAft>
              <a:buClrTx/>
              <a:buSzTx/>
              <a:buFontTx/>
              <a:buChar char="•"/>
              <a:tabLst/>
            </a:pPr>
            <a:r>
              <a:rPr kumimoji="0" lang="en-US" altLang="en-US" sz="2400" b="0" i="0" u="sng" strike="noStrike" cap="none" normalizeH="0" baseline="0" dirty="0">
                <a:ln>
                  <a:noFill/>
                </a:ln>
                <a:solidFill>
                  <a:schemeClr val="tx1"/>
                </a:solidFill>
                <a:effectLst/>
                <a:latin typeface="Arial" panose="020B0604020202020204" pitchFamily="34" charset="0"/>
              </a:rPr>
              <a:t>Patience Helps Us Serve Others Better</a:t>
            </a:r>
            <a:r>
              <a:rPr kumimoji="0" lang="en-US" altLang="en-US" sz="2400" b="0" i="0" u="none" strike="noStrike" cap="none" normalizeH="0" baseline="0" dirty="0">
                <a:ln>
                  <a:noFill/>
                </a:ln>
                <a:solidFill>
                  <a:schemeClr val="tx1"/>
                </a:solidFill>
                <a:effectLst/>
                <a:latin typeface="Arial" panose="020B0604020202020204" pitchFamily="34" charset="0"/>
              </a:rPr>
              <a:t> - We can sincerely help people when we are</a:t>
            </a:r>
          </a:p>
          <a:p>
            <a:pPr marL="0" marR="0" lvl="0" indent="0" algn="l" defTabSz="914400" rtl="0" eaLnBrk="0" fontAlgn="base" latinLnBrk="0" hangingPunct="0">
              <a:lnSpc>
                <a:spcPct val="100000"/>
              </a:lnSpc>
              <a:spcBef>
                <a:spcPts val="120"/>
              </a:spcBef>
              <a:spcAft>
                <a:spcPts val="12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patient, humble, and understanding</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6" name="TextBox 5">
            <a:extLst>
              <a:ext uri="{FF2B5EF4-FFF2-40B4-BE49-F238E27FC236}">
                <a16:creationId xmlns:a16="http://schemas.microsoft.com/office/drawing/2014/main" id="{1CF28E2E-8C07-7BE1-54D4-2A5B1EB7668D}"/>
              </a:ext>
            </a:extLst>
          </p:cNvPr>
          <p:cNvSpPr txBox="1"/>
          <p:nvPr/>
        </p:nvSpPr>
        <p:spPr>
          <a:xfrm>
            <a:off x="191386" y="758572"/>
            <a:ext cx="11572653" cy="461665"/>
          </a:xfrm>
          <a:prstGeom prst="rect">
            <a:avLst/>
          </a:prstGeom>
          <a:noFill/>
        </p:spPr>
        <p:txBody>
          <a:bodyPr wrap="square" rtlCol="0">
            <a:spAutoFit/>
          </a:bodyPr>
          <a:lstStyle/>
          <a:p>
            <a:pPr algn="ctr"/>
            <a:r>
              <a:rPr lang="en-US" sz="2400" dirty="0">
                <a:solidFill>
                  <a:schemeClr val="accent4">
                    <a:lumMod val="40000"/>
                    <a:lumOff val="60000"/>
                  </a:schemeClr>
                </a:solidFill>
              </a:rPr>
              <a:t>“</a:t>
            </a:r>
            <a:r>
              <a:rPr lang="en-US" sz="2400" u="sng" dirty="0">
                <a:solidFill>
                  <a:schemeClr val="accent4">
                    <a:lumMod val="40000"/>
                    <a:lumOff val="60000"/>
                  </a:schemeClr>
                </a:solidFill>
                <a:latin typeface="Bell MT" panose="02020503060305020303" pitchFamily="18" charset="0"/>
              </a:rPr>
              <a:t>The more we serve others with patience and understanding, the more our patience grows</a:t>
            </a:r>
            <a:r>
              <a:rPr lang="en-US" sz="2000" dirty="0">
                <a:solidFill>
                  <a:schemeClr val="accent4">
                    <a:lumMod val="40000"/>
                    <a:lumOff val="60000"/>
                  </a:schemeClr>
                </a:solidFill>
                <a:latin typeface="Bell MT" panose="02020503060305020303" pitchFamily="18" charset="0"/>
              </a:rPr>
              <a:t>.”</a:t>
            </a:r>
            <a:endParaRPr lang="en-PH" sz="2000" dirty="0">
              <a:solidFill>
                <a:schemeClr val="accent4">
                  <a:lumMod val="40000"/>
                  <a:lumOff val="60000"/>
                </a:schemeClr>
              </a:solidFill>
              <a:latin typeface="Bell MT" panose="02020503060305020303" pitchFamily="18" charset="0"/>
            </a:endParaRPr>
          </a:p>
        </p:txBody>
      </p:sp>
    </p:spTree>
    <p:extLst>
      <p:ext uri="{BB962C8B-B14F-4D97-AF65-F5344CB8AC3E}">
        <p14:creationId xmlns:p14="http://schemas.microsoft.com/office/powerpoint/2010/main" val="25393748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71324">
              <a:srgbClr val="548135"/>
            </a:gs>
            <a:gs pos="29000">
              <a:schemeClr val="accent6">
                <a:lumMod val="80000"/>
              </a:schemeClr>
            </a:gs>
            <a:gs pos="32000">
              <a:schemeClr val="accent6">
                <a:lumMod val="89000"/>
              </a:schemeClr>
            </a:gs>
            <a:gs pos="67000">
              <a:srgbClr val="60943D"/>
            </a:gs>
            <a:gs pos="56000">
              <a:schemeClr val="accent6">
                <a:lumMod val="75000"/>
              </a:schemeClr>
            </a:gs>
            <a:gs pos="97000">
              <a:schemeClr val="accent6">
                <a:lumMod val="70000"/>
              </a:schemeClr>
            </a:gs>
          </a:gsLst>
          <a:path path="shape">
            <a:fillToRect l="50000" t="50000" r="50000" b="50000"/>
          </a:path>
        </a:gradFill>
        <a:effectLst/>
      </p:bgPr>
    </p:bg>
    <p:spTree>
      <p:nvGrpSpPr>
        <p:cNvPr id="1" name="">
          <a:extLst>
            <a:ext uri="{FF2B5EF4-FFF2-40B4-BE49-F238E27FC236}">
              <a16:creationId xmlns:a16="http://schemas.microsoft.com/office/drawing/2014/main" id="{1EFE706C-75B3-557E-80C0-D8F7DF944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D44DC-7F7E-882D-8B00-17A5E42DD44E}"/>
              </a:ext>
            </a:extLst>
          </p:cNvPr>
          <p:cNvSpPr>
            <a:spLocks noGrp="1"/>
          </p:cNvSpPr>
          <p:nvPr>
            <p:ph type="title"/>
          </p:nvPr>
        </p:nvSpPr>
        <p:spPr>
          <a:xfrm>
            <a:off x="838200" y="-100702"/>
            <a:ext cx="10515600" cy="1325563"/>
          </a:xfrm>
        </p:spPr>
        <p:txBody>
          <a:bodyPr/>
          <a:lstStyle/>
          <a:p>
            <a:r>
              <a:rPr lang="en-PH" dirty="0"/>
              <a:t>Summary:</a:t>
            </a:r>
          </a:p>
        </p:txBody>
      </p:sp>
      <p:sp>
        <p:nvSpPr>
          <p:cNvPr id="3" name="Content Placeholder 2">
            <a:extLst>
              <a:ext uri="{FF2B5EF4-FFF2-40B4-BE49-F238E27FC236}">
                <a16:creationId xmlns:a16="http://schemas.microsoft.com/office/drawing/2014/main" id="{E3069A62-DC76-0C50-E086-D40AB5D987C6}"/>
              </a:ext>
            </a:extLst>
          </p:cNvPr>
          <p:cNvSpPr>
            <a:spLocks noGrp="1"/>
          </p:cNvSpPr>
          <p:nvPr>
            <p:ph idx="1"/>
          </p:nvPr>
        </p:nvSpPr>
        <p:spPr>
          <a:xfrm>
            <a:off x="838200" y="1385678"/>
            <a:ext cx="10660811" cy="4230119"/>
          </a:xfrm>
        </p:spPr>
        <p:txBody>
          <a:bodyPr>
            <a:normAutofit fontScale="85000" lnSpcReduction="20000"/>
          </a:bodyPr>
          <a:lstStyle/>
          <a:p>
            <a:r>
              <a:rPr lang="en-US" b="1" dirty="0"/>
              <a:t>.1 Helping Others in the Neighborhood</a:t>
            </a:r>
          </a:p>
          <a:p>
            <a:r>
              <a:rPr lang="en-US" dirty="0"/>
              <a:t>We can help our neighbors by offering assistance, respecting one another, and discussing problems calmly. If conflicts continue, we can ask trusted adults or barangay officials for help.</a:t>
            </a:r>
          </a:p>
          <a:p>
            <a:r>
              <a:rPr lang="en-US" b="1" dirty="0"/>
              <a:t>2. Helping Others Among Friends</a:t>
            </a:r>
          </a:p>
          <a:p>
            <a:r>
              <a:rPr lang="en-US" dirty="0"/>
              <a:t>Good friends listen, show concern, and support each other during difficult times. We should respect their feelings, avoid judging them, and encourage them to seek help when needed.</a:t>
            </a:r>
          </a:p>
          <a:p>
            <a:r>
              <a:rPr lang="en-US" b="1" dirty="0"/>
              <a:t>3. Understanding Mental Health</a:t>
            </a:r>
          </a:p>
          <a:p>
            <a:r>
              <a:rPr lang="en-US" dirty="0"/>
              <a:t>Mental health helps us cope with life's challenges, recognize our abilities, and contribute to our community. We should listen to others and take their concerns seriously.</a:t>
            </a:r>
          </a:p>
          <a:p>
            <a:endParaRPr lang="en-PH" dirty="0"/>
          </a:p>
        </p:txBody>
      </p:sp>
    </p:spTree>
    <p:extLst>
      <p:ext uri="{BB962C8B-B14F-4D97-AF65-F5344CB8AC3E}">
        <p14:creationId xmlns:p14="http://schemas.microsoft.com/office/powerpoint/2010/main" val="31298383"/>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71324">
              <a:srgbClr val="548135"/>
            </a:gs>
            <a:gs pos="29000">
              <a:schemeClr val="accent6">
                <a:lumMod val="80000"/>
              </a:schemeClr>
            </a:gs>
            <a:gs pos="32000">
              <a:schemeClr val="accent6">
                <a:lumMod val="89000"/>
              </a:schemeClr>
            </a:gs>
            <a:gs pos="67000">
              <a:srgbClr val="60943D"/>
            </a:gs>
            <a:gs pos="56000">
              <a:schemeClr val="accent6">
                <a:lumMod val="75000"/>
              </a:schemeClr>
            </a:gs>
            <a:gs pos="97000">
              <a:schemeClr val="accent6">
                <a:lumMod val="70000"/>
              </a:schemeClr>
            </a:gs>
          </a:gsLst>
          <a:path path="shape">
            <a:fillToRect l="50000" t="50000" r="50000" b="50000"/>
          </a:path>
        </a:gradFill>
        <a:effectLst/>
      </p:bgPr>
    </p:bg>
    <p:spTree>
      <p:nvGrpSpPr>
        <p:cNvPr id="1" name="">
          <a:extLst>
            <a:ext uri="{FF2B5EF4-FFF2-40B4-BE49-F238E27FC236}">
              <a16:creationId xmlns:a16="http://schemas.microsoft.com/office/drawing/2014/main" id="{36D2A4CE-C66C-EF99-4701-95903DD892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BFF0DA-ABF5-7F75-9F36-1871D51E4C88}"/>
              </a:ext>
            </a:extLst>
          </p:cNvPr>
          <p:cNvSpPr>
            <a:spLocks noGrp="1"/>
          </p:cNvSpPr>
          <p:nvPr>
            <p:ph type="title"/>
          </p:nvPr>
        </p:nvSpPr>
        <p:spPr>
          <a:xfrm>
            <a:off x="838200" y="-100702"/>
            <a:ext cx="10515600" cy="1325563"/>
          </a:xfrm>
        </p:spPr>
        <p:txBody>
          <a:bodyPr/>
          <a:lstStyle/>
          <a:p>
            <a:r>
              <a:rPr lang="en-PH" dirty="0"/>
              <a:t>Summary:</a:t>
            </a:r>
          </a:p>
        </p:txBody>
      </p:sp>
      <p:sp>
        <p:nvSpPr>
          <p:cNvPr id="3" name="Content Placeholder 2">
            <a:extLst>
              <a:ext uri="{FF2B5EF4-FFF2-40B4-BE49-F238E27FC236}">
                <a16:creationId xmlns:a16="http://schemas.microsoft.com/office/drawing/2014/main" id="{F36C78EF-7BAF-1D4A-9CD7-02C2B282707D}"/>
              </a:ext>
            </a:extLst>
          </p:cNvPr>
          <p:cNvSpPr>
            <a:spLocks noGrp="1"/>
          </p:cNvSpPr>
          <p:nvPr>
            <p:ph idx="1"/>
          </p:nvPr>
        </p:nvSpPr>
        <p:spPr>
          <a:xfrm>
            <a:off x="698740" y="1000664"/>
            <a:ext cx="10800271" cy="5477774"/>
          </a:xfrm>
        </p:spPr>
        <p:txBody>
          <a:bodyPr>
            <a:normAutofit fontScale="40000" lnSpcReduction="20000"/>
          </a:bodyPr>
          <a:lstStyle/>
          <a:p>
            <a:r>
              <a:rPr lang="en-US" sz="6000" b="1" dirty="0"/>
              <a:t>4. The Five Steps of Problem-Solving</a:t>
            </a:r>
          </a:p>
          <a:p>
            <a:r>
              <a:rPr lang="en-US" sz="6000" dirty="0"/>
              <a:t>Identify the problem – Understand what went wrong.</a:t>
            </a:r>
          </a:p>
          <a:p>
            <a:r>
              <a:rPr lang="en-US" sz="6000" dirty="0"/>
              <a:t>Think of solutions – Consider possible ways to solve it.</a:t>
            </a:r>
          </a:p>
          <a:p>
            <a:r>
              <a:rPr lang="en-US" sz="6000" dirty="0"/>
              <a:t>Choose the best solution – Select a fair and practical option.</a:t>
            </a:r>
          </a:p>
          <a:p>
            <a:r>
              <a:rPr lang="en-US" sz="6000" dirty="0"/>
              <a:t>Take action – Put the solution into practice.</a:t>
            </a:r>
          </a:p>
          <a:p>
            <a:r>
              <a:rPr lang="en-US" sz="6000" dirty="0"/>
              <a:t>Evaluate the result – Check if the solution worked.</a:t>
            </a:r>
          </a:p>
          <a:p>
            <a:r>
              <a:rPr lang="en-US" sz="6000" dirty="0"/>
              <a:t>These steps help us make better decisions and solve problems responsibly.</a:t>
            </a:r>
          </a:p>
          <a:p>
            <a:r>
              <a:rPr lang="en-US" sz="6000" b="1" dirty="0"/>
              <a:t>5. How to Help Others</a:t>
            </a:r>
          </a:p>
          <a:p>
            <a:r>
              <a:rPr lang="en-US" sz="6000" dirty="0"/>
              <a:t>We can help by listening without judging, showing understanding, offering encouragement, and giving guidance. We should respect others' decisions instead of trying to solve every problem for them.</a:t>
            </a:r>
          </a:p>
          <a:p>
            <a:r>
              <a:rPr lang="en-US" sz="6000" b="1" dirty="0"/>
              <a:t>6. Patience Grows as We Serve Others</a:t>
            </a:r>
          </a:p>
          <a:p>
            <a:r>
              <a:rPr lang="en-US" sz="6000" dirty="0"/>
              <a:t>Helping others develops empathy, positive emotions, and social skills. Patience means waiting or doing a task without complaining or becoming angry. For example, we show patience when teaching our grandparents to use a cellphone or helping a classmate understand a lesson.</a:t>
            </a:r>
          </a:p>
          <a:p>
            <a:endParaRPr lang="en-PH" dirty="0"/>
          </a:p>
        </p:txBody>
      </p:sp>
    </p:spTree>
    <p:extLst>
      <p:ext uri="{BB962C8B-B14F-4D97-AF65-F5344CB8AC3E}">
        <p14:creationId xmlns:p14="http://schemas.microsoft.com/office/powerpoint/2010/main" val="3212061488"/>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71324">
              <a:srgbClr val="548135"/>
            </a:gs>
            <a:gs pos="29000">
              <a:schemeClr val="accent6">
                <a:lumMod val="80000"/>
              </a:schemeClr>
            </a:gs>
            <a:gs pos="32000">
              <a:schemeClr val="accent6">
                <a:lumMod val="89000"/>
              </a:schemeClr>
            </a:gs>
            <a:gs pos="67000">
              <a:srgbClr val="60943D"/>
            </a:gs>
            <a:gs pos="56000">
              <a:schemeClr val="accent6">
                <a:lumMod val="75000"/>
              </a:schemeClr>
            </a:gs>
            <a:gs pos="97000">
              <a:schemeClr val="accent6">
                <a:lumMod val="70000"/>
              </a:schemeClr>
            </a:gs>
          </a:gsLst>
          <a:path path="shape">
            <a:fillToRect l="50000" t="50000" r="50000" b="50000"/>
          </a:path>
        </a:gradFill>
        <a:effectLst/>
      </p:bgPr>
    </p:bg>
    <p:spTree>
      <p:nvGrpSpPr>
        <p:cNvPr id="1" name="">
          <a:extLst>
            <a:ext uri="{FF2B5EF4-FFF2-40B4-BE49-F238E27FC236}">
              <a16:creationId xmlns:a16="http://schemas.microsoft.com/office/drawing/2014/main" id="{A4BE5616-CD8B-14B4-5CE9-194AE2ACBC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96D3EE-1DA5-EF71-0CB9-253539F17F38}"/>
              </a:ext>
            </a:extLst>
          </p:cNvPr>
          <p:cNvSpPr>
            <a:spLocks noGrp="1"/>
          </p:cNvSpPr>
          <p:nvPr>
            <p:ph type="title"/>
          </p:nvPr>
        </p:nvSpPr>
        <p:spPr>
          <a:xfrm>
            <a:off x="838200" y="-100702"/>
            <a:ext cx="10515600" cy="1325563"/>
          </a:xfrm>
        </p:spPr>
        <p:txBody>
          <a:bodyPr/>
          <a:lstStyle/>
          <a:p>
            <a:r>
              <a:rPr lang="en-PH" dirty="0"/>
              <a:t>Summary:</a:t>
            </a:r>
          </a:p>
        </p:txBody>
      </p:sp>
      <p:sp>
        <p:nvSpPr>
          <p:cNvPr id="3" name="Content Placeholder 2">
            <a:extLst>
              <a:ext uri="{FF2B5EF4-FFF2-40B4-BE49-F238E27FC236}">
                <a16:creationId xmlns:a16="http://schemas.microsoft.com/office/drawing/2014/main" id="{181B069C-856A-981E-BBE9-66ABCFF67CB3}"/>
              </a:ext>
            </a:extLst>
          </p:cNvPr>
          <p:cNvSpPr>
            <a:spLocks noGrp="1"/>
          </p:cNvSpPr>
          <p:nvPr>
            <p:ph idx="1"/>
          </p:nvPr>
        </p:nvSpPr>
        <p:spPr>
          <a:xfrm>
            <a:off x="698740" y="1000664"/>
            <a:ext cx="10800271" cy="5477774"/>
          </a:xfrm>
        </p:spPr>
        <p:txBody>
          <a:bodyPr>
            <a:normAutofit fontScale="40000" lnSpcReduction="20000"/>
          </a:bodyPr>
          <a:lstStyle/>
          <a:p>
            <a:r>
              <a:rPr lang="en-US" sz="6000" b="1" dirty="0"/>
              <a:t>4. The Five Steps of Problem-Solving</a:t>
            </a:r>
          </a:p>
          <a:p>
            <a:r>
              <a:rPr lang="en-US" sz="6000" dirty="0"/>
              <a:t>Identify the problem – Understand what went wrong.</a:t>
            </a:r>
          </a:p>
          <a:p>
            <a:r>
              <a:rPr lang="en-US" sz="6000" dirty="0"/>
              <a:t>Think of solutions – Consider possible ways to solve it.</a:t>
            </a:r>
          </a:p>
          <a:p>
            <a:r>
              <a:rPr lang="en-US" sz="6000" dirty="0"/>
              <a:t>Choose the best solution – Select a fair and practical option.</a:t>
            </a:r>
          </a:p>
          <a:p>
            <a:r>
              <a:rPr lang="en-US" sz="6000" dirty="0"/>
              <a:t>Take action – Put the solution into practice.</a:t>
            </a:r>
          </a:p>
          <a:p>
            <a:r>
              <a:rPr lang="en-US" sz="6000" dirty="0"/>
              <a:t>Evaluate the result – Check if the solution worked.</a:t>
            </a:r>
          </a:p>
          <a:p>
            <a:r>
              <a:rPr lang="en-US" sz="6000" dirty="0"/>
              <a:t>These steps help us make better decisions and solve problems responsibly.</a:t>
            </a:r>
          </a:p>
          <a:p>
            <a:r>
              <a:rPr lang="en-US" sz="6000" b="1" dirty="0"/>
              <a:t>5. How to Help Others</a:t>
            </a:r>
          </a:p>
          <a:p>
            <a:r>
              <a:rPr lang="en-US" sz="6000" dirty="0"/>
              <a:t>We can help by listening without judging, showing understanding, offering encouragement, and giving guidance. We should respect others' decisions instead of trying to solve every problem for them.</a:t>
            </a:r>
          </a:p>
          <a:p>
            <a:r>
              <a:rPr lang="en-US" sz="6000" b="1" dirty="0"/>
              <a:t>6. Patience Grows as We Serve Others</a:t>
            </a:r>
          </a:p>
          <a:p>
            <a:r>
              <a:rPr lang="en-US" sz="6000" dirty="0"/>
              <a:t>Helping others develops empathy, positive emotions, and social skills. Patience means waiting or doing a task without complaining or becoming angry. For example, we show patience when teaching our grandparents to use a cellphone or helping a classmate understand a lesson.</a:t>
            </a:r>
          </a:p>
          <a:p>
            <a:endParaRPr lang="en-PH" dirty="0"/>
          </a:p>
        </p:txBody>
      </p:sp>
    </p:spTree>
    <p:extLst>
      <p:ext uri="{BB962C8B-B14F-4D97-AF65-F5344CB8AC3E}">
        <p14:creationId xmlns:p14="http://schemas.microsoft.com/office/powerpoint/2010/main" val="2937159433"/>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71324">
              <a:srgbClr val="548135"/>
            </a:gs>
            <a:gs pos="29000">
              <a:schemeClr val="accent6">
                <a:lumMod val="80000"/>
              </a:schemeClr>
            </a:gs>
            <a:gs pos="32000">
              <a:schemeClr val="accent6">
                <a:lumMod val="89000"/>
              </a:schemeClr>
            </a:gs>
            <a:gs pos="67000">
              <a:srgbClr val="60943D"/>
            </a:gs>
            <a:gs pos="56000">
              <a:schemeClr val="accent6">
                <a:lumMod val="75000"/>
              </a:schemeClr>
            </a:gs>
            <a:gs pos="97000">
              <a:schemeClr val="accent6">
                <a:lumMod val="70000"/>
              </a:schemeClr>
            </a:gs>
          </a:gsLst>
          <a:path path="shape">
            <a:fillToRect l="50000" t="50000" r="50000" b="50000"/>
          </a:path>
        </a:gradFill>
        <a:effectLst/>
      </p:bgPr>
    </p:bg>
    <p:spTree>
      <p:nvGrpSpPr>
        <p:cNvPr id="1" name="">
          <a:extLst>
            <a:ext uri="{FF2B5EF4-FFF2-40B4-BE49-F238E27FC236}">
              <a16:creationId xmlns:a16="http://schemas.microsoft.com/office/drawing/2014/main" id="{2EFF6A60-FBED-474F-AF20-14291DDD13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6A3DDF-98B3-5EEF-EEA7-8889CBF2A565}"/>
              </a:ext>
            </a:extLst>
          </p:cNvPr>
          <p:cNvSpPr>
            <a:spLocks noGrp="1"/>
          </p:cNvSpPr>
          <p:nvPr>
            <p:ph type="title"/>
          </p:nvPr>
        </p:nvSpPr>
        <p:spPr>
          <a:xfrm>
            <a:off x="838200" y="-100702"/>
            <a:ext cx="10515600" cy="1325563"/>
          </a:xfrm>
        </p:spPr>
        <p:txBody>
          <a:bodyPr/>
          <a:lstStyle/>
          <a:p>
            <a:r>
              <a:rPr lang="en-PH" dirty="0"/>
              <a:t>Summary:</a:t>
            </a:r>
          </a:p>
        </p:txBody>
      </p:sp>
      <p:sp>
        <p:nvSpPr>
          <p:cNvPr id="3" name="Content Placeholder 2">
            <a:extLst>
              <a:ext uri="{FF2B5EF4-FFF2-40B4-BE49-F238E27FC236}">
                <a16:creationId xmlns:a16="http://schemas.microsoft.com/office/drawing/2014/main" id="{EC999B9C-8415-57CA-E3EF-6405E1B370EB}"/>
              </a:ext>
            </a:extLst>
          </p:cNvPr>
          <p:cNvSpPr>
            <a:spLocks noGrp="1"/>
          </p:cNvSpPr>
          <p:nvPr>
            <p:ph idx="1"/>
          </p:nvPr>
        </p:nvSpPr>
        <p:spPr>
          <a:xfrm>
            <a:off x="698740" y="1000664"/>
            <a:ext cx="10800271" cy="5477774"/>
          </a:xfrm>
        </p:spPr>
        <p:txBody>
          <a:bodyPr>
            <a:normAutofit fontScale="47500" lnSpcReduction="20000"/>
          </a:bodyPr>
          <a:lstStyle/>
          <a:p>
            <a:r>
              <a:rPr lang="en-US" sz="6000" b="1" dirty="0"/>
              <a:t>7. Why Patience Is Important</a:t>
            </a:r>
          </a:p>
          <a:p>
            <a:r>
              <a:rPr lang="en-US" sz="6000" dirty="0"/>
              <a:t>Modern technology makes us used to instant results, but helping others often takes time. Patience develops through practice and teaches us self-control, humility, and understanding.</a:t>
            </a:r>
          </a:p>
          <a:p>
            <a:r>
              <a:rPr lang="en-US" sz="6000" b="1" dirty="0"/>
              <a:t>8. Helping Others and Good Citizenship</a:t>
            </a:r>
          </a:p>
          <a:p>
            <a:r>
              <a:rPr lang="en-US" sz="6000" dirty="0"/>
              <a:t>Helping others, respecting different opinions, and solving conflicts peacefully make us responsible citizens. Small acts of kindness help build a caring and peaceful community.</a:t>
            </a:r>
          </a:p>
          <a:p>
            <a:r>
              <a:rPr lang="en-US" sz="6000" b="1" dirty="0"/>
              <a:t>Conclusion</a:t>
            </a:r>
          </a:p>
          <a:p>
            <a:r>
              <a:rPr lang="en-US" sz="6000" dirty="0"/>
              <a:t>Helping others teaches us kindness, patience, and responsibility. By listening, understanding, and solving problems peacefully, we can build stronger relationships and become better members of society.</a:t>
            </a:r>
          </a:p>
          <a:p>
            <a:r>
              <a:rPr lang="en-US" sz="6000" dirty="0"/>
              <a:t>Key message: The more we help others with patience and kindness, the more we grow as individuals and citizens.</a:t>
            </a:r>
          </a:p>
          <a:p>
            <a:endParaRPr lang="en-PH" dirty="0"/>
          </a:p>
        </p:txBody>
      </p:sp>
    </p:spTree>
    <p:extLst>
      <p:ext uri="{BB962C8B-B14F-4D97-AF65-F5344CB8AC3E}">
        <p14:creationId xmlns:p14="http://schemas.microsoft.com/office/powerpoint/2010/main" val="1774253429"/>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71324">
              <a:srgbClr val="548135"/>
            </a:gs>
            <a:gs pos="29000">
              <a:schemeClr val="accent6">
                <a:lumMod val="80000"/>
              </a:schemeClr>
            </a:gs>
            <a:gs pos="32000">
              <a:schemeClr val="accent6">
                <a:lumMod val="89000"/>
              </a:schemeClr>
            </a:gs>
            <a:gs pos="67000">
              <a:srgbClr val="60943D"/>
            </a:gs>
            <a:gs pos="56000">
              <a:schemeClr val="accent6">
                <a:lumMod val="75000"/>
              </a:schemeClr>
            </a:gs>
            <a:gs pos="97000">
              <a:schemeClr val="accent6">
                <a:lumMod val="70000"/>
              </a:schemeClr>
            </a:gs>
          </a:gsLst>
          <a:path path="shape">
            <a:fillToRect l="50000" t="50000" r="50000" b="50000"/>
          </a:path>
        </a:gradFill>
        <a:effectLst/>
      </p:bgPr>
    </p:bg>
    <p:spTree>
      <p:nvGrpSpPr>
        <p:cNvPr id="1" name="">
          <a:extLst>
            <a:ext uri="{FF2B5EF4-FFF2-40B4-BE49-F238E27FC236}">
              <a16:creationId xmlns:a16="http://schemas.microsoft.com/office/drawing/2014/main" id="{41233402-5ED8-5D90-0D9A-7943CB00A8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FE6720-A930-FCBF-64C8-E6CF5A8FB26A}"/>
              </a:ext>
            </a:extLst>
          </p:cNvPr>
          <p:cNvSpPr>
            <a:spLocks noGrp="1"/>
          </p:cNvSpPr>
          <p:nvPr>
            <p:ph type="title"/>
          </p:nvPr>
        </p:nvSpPr>
        <p:spPr>
          <a:xfrm>
            <a:off x="1" y="767751"/>
            <a:ext cx="12191999" cy="3467729"/>
          </a:xfrm>
        </p:spPr>
        <p:txBody>
          <a:bodyPr>
            <a:normAutofit/>
          </a:bodyPr>
          <a:lstStyle/>
          <a:p>
            <a:pPr algn="ctr"/>
            <a:r>
              <a:rPr lang="en-PH" sz="6600" dirty="0"/>
              <a:t>Short Quiz </a:t>
            </a:r>
            <a:br>
              <a:rPr lang="en-PH" sz="6600" dirty="0"/>
            </a:br>
            <a:r>
              <a:rPr lang="en-PH" sz="6600" dirty="0"/>
              <a:t>(Multiple Choice Easy)</a:t>
            </a:r>
          </a:p>
        </p:txBody>
      </p:sp>
      <p:sp>
        <p:nvSpPr>
          <p:cNvPr id="3" name="Content Placeholder 2">
            <a:extLst>
              <a:ext uri="{FF2B5EF4-FFF2-40B4-BE49-F238E27FC236}">
                <a16:creationId xmlns:a16="http://schemas.microsoft.com/office/drawing/2014/main" id="{BBC864A5-C97F-6C40-E1CB-E230D0E48158}"/>
              </a:ext>
            </a:extLst>
          </p:cNvPr>
          <p:cNvSpPr>
            <a:spLocks noGrp="1"/>
          </p:cNvSpPr>
          <p:nvPr>
            <p:ph idx="1"/>
          </p:nvPr>
        </p:nvSpPr>
        <p:spPr>
          <a:xfrm>
            <a:off x="1207699" y="1570008"/>
            <a:ext cx="10800271" cy="5477774"/>
          </a:xfrm>
        </p:spPr>
        <p:txBody>
          <a:bodyPr>
            <a:normAutofit/>
          </a:bodyPr>
          <a:lstStyle/>
          <a:p>
            <a:pPr algn="ctr"/>
            <a:endParaRPr lang="en-PH" dirty="0"/>
          </a:p>
        </p:txBody>
      </p:sp>
    </p:spTree>
    <p:extLst>
      <p:ext uri="{BB962C8B-B14F-4D97-AF65-F5344CB8AC3E}">
        <p14:creationId xmlns:p14="http://schemas.microsoft.com/office/powerpoint/2010/main" val="20239564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71324">
              <a:srgbClr val="548135"/>
            </a:gs>
            <a:gs pos="29000">
              <a:schemeClr val="accent6">
                <a:lumMod val="80000"/>
              </a:schemeClr>
            </a:gs>
            <a:gs pos="32000">
              <a:schemeClr val="accent6">
                <a:lumMod val="89000"/>
              </a:schemeClr>
            </a:gs>
            <a:gs pos="67000">
              <a:srgbClr val="60943D"/>
            </a:gs>
            <a:gs pos="56000">
              <a:schemeClr val="accent6">
                <a:lumMod val="75000"/>
              </a:schemeClr>
            </a:gs>
            <a:gs pos="97000">
              <a:schemeClr val="accent6">
                <a:lumMod val="70000"/>
              </a:schemeClr>
            </a:gs>
          </a:gsLst>
          <a:path path="shape">
            <a:fillToRect l="50000" t="50000" r="50000" b="50000"/>
          </a:path>
        </a:gradFill>
        <a:effectLst/>
      </p:bgPr>
    </p:bg>
    <p:spTree>
      <p:nvGrpSpPr>
        <p:cNvPr id="1" name="">
          <a:extLst>
            <a:ext uri="{FF2B5EF4-FFF2-40B4-BE49-F238E27FC236}">
              <a16:creationId xmlns:a16="http://schemas.microsoft.com/office/drawing/2014/main" id="{FB02276F-A62A-9F10-381D-724641F4AB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954FA4-4C38-8326-D45E-CC9DCCF24490}"/>
              </a:ext>
            </a:extLst>
          </p:cNvPr>
          <p:cNvSpPr>
            <a:spLocks noGrp="1"/>
          </p:cNvSpPr>
          <p:nvPr>
            <p:ph type="title"/>
          </p:nvPr>
        </p:nvSpPr>
        <p:spPr>
          <a:xfrm flipV="1">
            <a:off x="7599872" y="414068"/>
            <a:ext cx="4592128" cy="353683"/>
          </a:xfrm>
        </p:spPr>
        <p:txBody>
          <a:bodyPr>
            <a:normAutofit fontScale="90000"/>
          </a:bodyPr>
          <a:lstStyle/>
          <a:p>
            <a:pPr algn="ctr"/>
            <a:endParaRPr lang="en-PH" sz="6600" dirty="0"/>
          </a:p>
        </p:txBody>
      </p:sp>
      <p:sp>
        <p:nvSpPr>
          <p:cNvPr id="5" name="Rectangle 2">
            <a:extLst>
              <a:ext uri="{FF2B5EF4-FFF2-40B4-BE49-F238E27FC236}">
                <a16:creationId xmlns:a16="http://schemas.microsoft.com/office/drawing/2014/main" id="{7D288304-D3D7-395A-EF42-F38D42F83132}"/>
              </a:ext>
            </a:extLst>
          </p:cNvPr>
          <p:cNvSpPr>
            <a:spLocks noGrp="1" noChangeArrowheads="1"/>
          </p:cNvSpPr>
          <p:nvPr>
            <p:ph idx="1"/>
          </p:nvPr>
        </p:nvSpPr>
        <p:spPr bwMode="auto">
          <a:xfrm>
            <a:off x="371475" y="419676"/>
            <a:ext cx="6721712" cy="621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1. What should we do when a neighbor has a problem?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A. Ignore them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B. Offer help respectfully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C. Make fun of them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2. How should we treat friends who share their problems?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A. Listen without judging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B. Laugh at them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C. Force them to talk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3. What is mental health?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A. Physical strength only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B. Overall mental well-being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C. Having no responsibilities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4. What is the first step in problem-solving?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A. Take action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B. Choose a solution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C. Identify the problem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61410407"/>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71324">
              <a:srgbClr val="548135"/>
            </a:gs>
            <a:gs pos="29000">
              <a:schemeClr val="accent6">
                <a:lumMod val="80000"/>
              </a:schemeClr>
            </a:gs>
            <a:gs pos="32000">
              <a:schemeClr val="accent6">
                <a:lumMod val="89000"/>
              </a:schemeClr>
            </a:gs>
            <a:gs pos="67000">
              <a:srgbClr val="60943D"/>
            </a:gs>
            <a:gs pos="56000">
              <a:schemeClr val="accent6">
                <a:lumMod val="75000"/>
              </a:schemeClr>
            </a:gs>
            <a:gs pos="97000">
              <a:schemeClr val="accent6">
                <a:lumMod val="70000"/>
              </a:schemeClr>
            </a:gs>
          </a:gsLst>
          <a:path path="shape">
            <a:fillToRect l="50000" t="50000" r="50000" b="50000"/>
          </a:path>
        </a:gradFill>
        <a:effectLst/>
      </p:bgPr>
    </p:bg>
    <p:spTree>
      <p:nvGrpSpPr>
        <p:cNvPr id="1" name="">
          <a:extLst>
            <a:ext uri="{FF2B5EF4-FFF2-40B4-BE49-F238E27FC236}">
              <a16:creationId xmlns:a16="http://schemas.microsoft.com/office/drawing/2014/main" id="{A6B11189-70BF-CCDF-0479-15432879C737}"/>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E9B2DD14-4406-BC9D-14D0-F2A656D76BD9}"/>
              </a:ext>
            </a:extLst>
          </p:cNvPr>
          <p:cNvSpPr>
            <a:spLocks noGrp="1" noChangeArrowheads="1"/>
          </p:cNvSpPr>
          <p:nvPr>
            <p:ph idx="1"/>
          </p:nvPr>
        </p:nvSpPr>
        <p:spPr bwMode="auto">
          <a:xfrm>
            <a:off x="517585" y="505242"/>
            <a:ext cx="11326754"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5. What is the third step in problem-solving?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A. Choose the best solution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B. Identify the problem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C. Evaluate the result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6. What should we do after putting a solution into action?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A. Ignore the result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B. Evaluate the result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C. Start an argument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7. What does patience mean?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A. Getting angry quickly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B. Waiting without complaining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C. Always getting our way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8. How can helping others develop patience?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A. By practicing understanding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B. By rushing people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C. By refusing to listen</a:t>
            </a:r>
          </a:p>
        </p:txBody>
      </p:sp>
      <p:sp>
        <p:nvSpPr>
          <p:cNvPr id="6" name="Rectangle 3">
            <a:extLst>
              <a:ext uri="{FF2B5EF4-FFF2-40B4-BE49-F238E27FC236}">
                <a16:creationId xmlns:a16="http://schemas.microsoft.com/office/drawing/2014/main" id="{85CB5666-2B58-23C4-99DA-E53ABA26BCD1}"/>
              </a:ext>
            </a:extLst>
          </p:cNvPr>
          <p:cNvSpPr>
            <a:spLocks noGrp="1" noChangeArrowheads="1"/>
          </p:cNvSpPr>
          <p:nvPr>
            <p:ph type="title"/>
          </p:nvPr>
        </p:nvSpPr>
        <p:spPr bwMode="auto">
          <a:xfrm>
            <a:off x="7013065" y="505242"/>
            <a:ext cx="5023659"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9. Why can patience be difficult today?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A. Technology encourages instant results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B. People never use technology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C. All tasks are easy</a:t>
            </a:r>
            <a:br>
              <a:rPr kumimoji="0" lang="en-US" altLang="en-US" sz="2000" b="0" i="0" u="none" strike="noStrike" cap="none" normalizeH="0" baseline="0" dirty="0">
                <a:ln>
                  <a:noFill/>
                </a:ln>
                <a:solidFill>
                  <a:schemeClr val="tx1"/>
                </a:solidFill>
                <a:effectLst/>
                <a:latin typeface="Arial" panose="020B0604020202020204" pitchFamily="34" charset="0"/>
              </a:rPr>
            </a:b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10. What is an important quality of a good citizen?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A. Selfishness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B. Disrespect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C. Kindness and responsibility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99441087"/>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71324">
              <a:srgbClr val="548135"/>
            </a:gs>
            <a:gs pos="29000">
              <a:schemeClr val="accent6">
                <a:lumMod val="80000"/>
              </a:schemeClr>
            </a:gs>
            <a:gs pos="32000">
              <a:schemeClr val="accent6">
                <a:lumMod val="89000"/>
              </a:schemeClr>
            </a:gs>
            <a:gs pos="67000">
              <a:srgbClr val="60943D"/>
            </a:gs>
            <a:gs pos="56000">
              <a:schemeClr val="accent6">
                <a:lumMod val="75000"/>
              </a:schemeClr>
            </a:gs>
            <a:gs pos="97000">
              <a:schemeClr val="accent6">
                <a:lumMod val="70000"/>
              </a:schemeClr>
            </a:gs>
          </a:gsLst>
          <a:path path="shape">
            <a:fillToRect l="50000" t="50000" r="50000" b="50000"/>
          </a:path>
        </a:gradFill>
        <a:effectLst/>
      </p:bgPr>
    </p:bg>
    <p:spTree>
      <p:nvGrpSpPr>
        <p:cNvPr id="1" name="">
          <a:extLst>
            <a:ext uri="{FF2B5EF4-FFF2-40B4-BE49-F238E27FC236}">
              <a16:creationId xmlns:a16="http://schemas.microsoft.com/office/drawing/2014/main" id="{BCB496F8-5D86-A848-79AD-B733B9BD8B7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2633E8-2D56-931F-DC36-95609225BDF4}"/>
              </a:ext>
            </a:extLst>
          </p:cNvPr>
          <p:cNvSpPr>
            <a:spLocks noGrp="1"/>
          </p:cNvSpPr>
          <p:nvPr>
            <p:ph idx="1"/>
          </p:nvPr>
        </p:nvSpPr>
        <p:spPr>
          <a:xfrm>
            <a:off x="1337095" y="1259458"/>
            <a:ext cx="9808234" cy="5149969"/>
          </a:xfrm>
        </p:spPr>
        <p:txBody>
          <a:bodyPr>
            <a:normAutofit/>
          </a:bodyPr>
          <a:lstStyle/>
          <a:p>
            <a:pPr marL="0" indent="0" algn="ctr">
              <a:buNone/>
            </a:pPr>
            <a:r>
              <a:rPr lang="en-PH" dirty="0"/>
              <a:t>1.B</a:t>
            </a:r>
          </a:p>
          <a:p>
            <a:pPr marL="0" indent="0" algn="ctr">
              <a:buNone/>
            </a:pPr>
            <a:r>
              <a:rPr lang="en-PH" dirty="0"/>
              <a:t>2.A</a:t>
            </a:r>
          </a:p>
          <a:p>
            <a:pPr marL="0" indent="0" algn="ctr">
              <a:buNone/>
            </a:pPr>
            <a:r>
              <a:rPr lang="en-PH" dirty="0"/>
              <a:t>3.B</a:t>
            </a:r>
          </a:p>
          <a:p>
            <a:pPr marL="0" indent="0" algn="ctr">
              <a:buNone/>
            </a:pPr>
            <a:r>
              <a:rPr lang="en-PH" dirty="0"/>
              <a:t>4.C</a:t>
            </a:r>
          </a:p>
          <a:p>
            <a:pPr marL="0" indent="0" algn="ctr">
              <a:buNone/>
            </a:pPr>
            <a:r>
              <a:rPr lang="en-PH" dirty="0"/>
              <a:t>5.A</a:t>
            </a:r>
          </a:p>
          <a:p>
            <a:pPr marL="0" indent="0" algn="ctr">
              <a:buNone/>
            </a:pPr>
            <a:r>
              <a:rPr lang="en-PH" dirty="0"/>
              <a:t>6.B</a:t>
            </a:r>
          </a:p>
          <a:p>
            <a:pPr marL="0" indent="0" algn="ctr">
              <a:buNone/>
            </a:pPr>
            <a:r>
              <a:rPr lang="en-PH" dirty="0"/>
              <a:t>7.B</a:t>
            </a:r>
          </a:p>
          <a:p>
            <a:pPr marL="0" indent="0" algn="ctr">
              <a:buNone/>
            </a:pPr>
            <a:r>
              <a:rPr lang="en-PH" dirty="0"/>
              <a:t>8.A</a:t>
            </a:r>
          </a:p>
          <a:p>
            <a:pPr marL="0" indent="0" algn="ctr">
              <a:buNone/>
            </a:pPr>
            <a:r>
              <a:rPr lang="en-PH" dirty="0"/>
              <a:t>9.A</a:t>
            </a:r>
          </a:p>
          <a:p>
            <a:pPr marL="0" indent="0" algn="ctr">
              <a:buNone/>
            </a:pPr>
            <a:r>
              <a:rPr lang="en-PH" dirty="0"/>
              <a:t>10.C</a:t>
            </a:r>
          </a:p>
          <a:p>
            <a:pPr marL="0" indent="0" algn="ctr">
              <a:buNone/>
            </a:pPr>
            <a:endParaRPr lang="en-PH" dirty="0"/>
          </a:p>
        </p:txBody>
      </p:sp>
      <p:sp>
        <p:nvSpPr>
          <p:cNvPr id="5" name="Title 4">
            <a:extLst>
              <a:ext uri="{FF2B5EF4-FFF2-40B4-BE49-F238E27FC236}">
                <a16:creationId xmlns:a16="http://schemas.microsoft.com/office/drawing/2014/main" id="{CE38AC1C-F37B-70B1-9763-BD6BE0E621F5}"/>
              </a:ext>
            </a:extLst>
          </p:cNvPr>
          <p:cNvSpPr>
            <a:spLocks noGrp="1"/>
          </p:cNvSpPr>
          <p:nvPr>
            <p:ph type="title"/>
          </p:nvPr>
        </p:nvSpPr>
        <p:spPr>
          <a:xfrm>
            <a:off x="983410" y="365125"/>
            <a:ext cx="10370389" cy="894333"/>
          </a:xfrm>
        </p:spPr>
        <p:txBody>
          <a:bodyPr/>
          <a:lstStyle/>
          <a:p>
            <a:r>
              <a:rPr lang="en-PH" dirty="0"/>
              <a:t>ANSWERS!</a:t>
            </a:r>
          </a:p>
        </p:txBody>
      </p:sp>
    </p:spTree>
    <p:extLst>
      <p:ext uri="{BB962C8B-B14F-4D97-AF65-F5344CB8AC3E}">
        <p14:creationId xmlns:p14="http://schemas.microsoft.com/office/powerpoint/2010/main" val="141006770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71324">
              <a:srgbClr val="548135"/>
            </a:gs>
            <a:gs pos="29000">
              <a:schemeClr val="accent6">
                <a:lumMod val="80000"/>
              </a:schemeClr>
            </a:gs>
            <a:gs pos="32000">
              <a:schemeClr val="accent6">
                <a:lumMod val="89000"/>
              </a:schemeClr>
            </a:gs>
            <a:gs pos="67000">
              <a:srgbClr val="60943D"/>
            </a:gs>
            <a:gs pos="56000">
              <a:schemeClr val="accent6">
                <a:lumMod val="75000"/>
              </a:schemeClr>
            </a:gs>
            <a:gs pos="97000">
              <a:schemeClr val="accent6">
                <a:lumMod val="70000"/>
              </a:schemeClr>
            </a:gs>
          </a:gsLst>
          <a:path path="shape">
            <a:fillToRect l="50000" t="50000" r="50000" b="50000"/>
          </a:path>
        </a:gradFill>
        <a:effectLst/>
      </p:bgPr>
    </p:bg>
    <p:spTree>
      <p:nvGrpSpPr>
        <p:cNvPr id="1" name="">
          <a:extLst>
            <a:ext uri="{FF2B5EF4-FFF2-40B4-BE49-F238E27FC236}">
              <a16:creationId xmlns:a16="http://schemas.microsoft.com/office/drawing/2014/main" id="{6CEAF8A4-A947-EA73-1385-823FBBBC7E4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29A2B8-B450-A263-7598-5BDB71262DAD}"/>
              </a:ext>
            </a:extLst>
          </p:cNvPr>
          <p:cNvSpPr>
            <a:spLocks noGrp="1"/>
          </p:cNvSpPr>
          <p:nvPr>
            <p:ph idx="1"/>
          </p:nvPr>
        </p:nvSpPr>
        <p:spPr>
          <a:xfrm>
            <a:off x="1337095" y="1259458"/>
            <a:ext cx="9808234" cy="5149969"/>
          </a:xfrm>
        </p:spPr>
        <p:txBody>
          <a:bodyPr>
            <a:normAutofit/>
          </a:bodyPr>
          <a:lstStyle/>
          <a:p>
            <a:pPr marL="0" indent="0" algn="ctr">
              <a:buNone/>
            </a:pPr>
            <a:endParaRPr lang="en-PH" dirty="0"/>
          </a:p>
        </p:txBody>
      </p:sp>
      <p:sp>
        <p:nvSpPr>
          <p:cNvPr id="5" name="Title 4">
            <a:extLst>
              <a:ext uri="{FF2B5EF4-FFF2-40B4-BE49-F238E27FC236}">
                <a16:creationId xmlns:a16="http://schemas.microsoft.com/office/drawing/2014/main" id="{55BFCF77-DA5E-8DC5-5423-AE0D6E1C891C}"/>
              </a:ext>
            </a:extLst>
          </p:cNvPr>
          <p:cNvSpPr>
            <a:spLocks noGrp="1"/>
          </p:cNvSpPr>
          <p:nvPr>
            <p:ph type="title"/>
          </p:nvPr>
        </p:nvSpPr>
        <p:spPr>
          <a:xfrm>
            <a:off x="0" y="365125"/>
            <a:ext cx="12192000" cy="6165071"/>
          </a:xfrm>
        </p:spPr>
        <p:txBody>
          <a:bodyPr/>
          <a:lstStyle/>
          <a:p>
            <a:pPr algn="ctr"/>
            <a:r>
              <a:rPr lang="en-PH" dirty="0">
                <a:latin typeface="Arial Black" panose="020B0A04020102020204" pitchFamily="34" charset="0"/>
              </a:rPr>
              <a:t>THANKS FOR LISTENING BYE!!</a:t>
            </a:r>
          </a:p>
        </p:txBody>
      </p:sp>
    </p:spTree>
    <p:extLst>
      <p:ext uri="{BB962C8B-B14F-4D97-AF65-F5344CB8AC3E}">
        <p14:creationId xmlns:p14="http://schemas.microsoft.com/office/powerpoint/2010/main" val="414688063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221</TotalTime>
  <Words>2110</Words>
  <Application>Microsoft Office PowerPoint</Application>
  <PresentationFormat>Widescreen</PresentationFormat>
  <Paragraphs>195</Paragraphs>
  <Slides>34</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34</vt:i4>
      </vt:variant>
    </vt:vector>
  </HeadingPairs>
  <TitlesOfParts>
    <vt:vector size="47" baseType="lpstr">
      <vt:lpstr>Algerian</vt:lpstr>
      <vt:lpstr>Aptos</vt:lpstr>
      <vt:lpstr>Arial</vt:lpstr>
      <vt:lpstr>Arial Black</vt:lpstr>
      <vt:lpstr>Bahnschrift</vt:lpstr>
      <vt:lpstr>Bell MT</vt:lpstr>
      <vt:lpstr>Calibri</vt:lpstr>
      <vt:lpstr>Calibri Light</vt:lpstr>
      <vt:lpstr>Cambria Math</vt:lpstr>
      <vt:lpstr>Comic Sans MS</vt:lpstr>
      <vt:lpstr>Sans Serif Collection</vt:lpstr>
      <vt:lpstr>Wingdings</vt:lpstr>
      <vt:lpstr>Office Theme</vt:lpstr>
      <vt:lpstr>Unit 3:Socializing with Others and Citizenship</vt:lpstr>
      <vt:lpstr>OPENING ACTIVITY</vt:lpstr>
      <vt:lpstr>UNSCRAMBLE THE WORDS</vt:lpstr>
      <vt:lpstr>APTINECE</vt:lpstr>
      <vt:lpstr>KPWUAA</vt:lpstr>
      <vt:lpstr>UMUSTKA</vt:lpstr>
      <vt:lpstr>LPOBEMR-SVINOLG</vt:lpstr>
      <vt:lpstr>LSITNNIEG</vt:lpstr>
      <vt:lpstr>AREC</vt:lpstr>
      <vt:lpstr>DACNGUIE</vt:lpstr>
      <vt:lpstr>PowerPoint Presentation</vt:lpstr>
      <vt:lpstr>1.How do you help people in the neighborhood?</vt:lpstr>
      <vt:lpstr>2.How do you help your friends?</vt:lpstr>
      <vt:lpstr>What is Mental Health?</vt:lpstr>
      <vt:lpstr>5 Steps in Problem-Solving</vt:lpstr>
      <vt:lpstr>Why learn the 5 Steps in Problem- Solving?</vt:lpstr>
      <vt:lpstr>Why learn the 5 steps in problem solving?</vt:lpstr>
      <vt:lpstr>The 5 steps in Problem-Solving</vt:lpstr>
      <vt:lpstr>The 5 steps in Problem-Solving</vt:lpstr>
      <vt:lpstr>The 5 steps in Problem-Solving</vt:lpstr>
      <vt:lpstr>The 5 steps in Problem-Solving</vt:lpstr>
      <vt:lpstr>The 5 steps in Problem-Solving</vt:lpstr>
      <vt:lpstr>REMEMBER!</vt:lpstr>
      <vt:lpstr>Patience Grows As We Serve Others</vt:lpstr>
      <vt:lpstr>Patience Grows As We Serve Others </vt:lpstr>
      <vt:lpstr>Summary:</vt:lpstr>
      <vt:lpstr>Summary:</vt:lpstr>
      <vt:lpstr>Summary:</vt:lpstr>
      <vt:lpstr>Summary:</vt:lpstr>
      <vt:lpstr>Short Quiz  (Multiple Choice Easy)</vt:lpstr>
      <vt:lpstr>PowerPoint Presentation</vt:lpstr>
      <vt:lpstr>9. Why can patience be difficult today? A. Technology encourages instant results B. People never use technology C. All tasks are easy  10. What is an important quality of a good citizen? A. Selfishness B. Disrespect C. Kindness and responsibility </vt:lpstr>
      <vt:lpstr>ANSWERS!</vt:lpstr>
      <vt:lpstr>THANKS FOR LISTENING BYE!!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florelyn penaojas</dc:creator>
  <cp:lastModifiedBy>florelyn penaojas</cp:lastModifiedBy>
  <cp:revision>1</cp:revision>
  <dcterms:created xsi:type="dcterms:W3CDTF">2026-10-24T03:41:14Z</dcterms:created>
  <dcterms:modified xsi:type="dcterms:W3CDTF">2026-10-25T15:59:24Z</dcterms:modified>
</cp:coreProperties>
</file>